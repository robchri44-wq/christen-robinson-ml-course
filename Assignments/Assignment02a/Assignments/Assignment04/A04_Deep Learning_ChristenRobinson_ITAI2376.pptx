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MiSans" panose="020B0604020202020204" charset="-122"/>
      <p:regular r:id="rId18"/>
    </p:embeddedFont>
    <p:embeddedFont>
      <p:font typeface="Coda" panose="020B0604020202020204" charset="0"/>
      <p:regular r:id="rId19"/>
    </p:embeddedFont>
    <p:embeddedFont>
      <p:font typeface="Quattrocento Sans" panose="020B0502050000020003" pitchFamily="34" charset="0"/>
      <p:regular r:id="rId20"/>
    </p:embeddedFont>
    <p:embeddedFont>
      <p:font typeface="ZCOOL KuaiLe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6" d="100"/>
          <a:sy n="86" d="100"/>
        </p:scale>
        <p:origin x="114" y="-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35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dea865b98d35168c25a64056c18b125836afd020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8C42">
                  <a:alpha val="80000"/>
                </a:srgbClr>
              </a:gs>
              <a:gs pos="50000">
                <a:srgbClr val="4ECDC4">
                  <a:alpha val="70000"/>
                </a:srgbClr>
              </a:gs>
              <a:gs pos="100000">
                <a:srgbClr val="FFD93D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192637" y="552450"/>
            <a:ext cx="3810000" cy="533400"/>
          </a:xfrm>
          <a:custGeom>
            <a:avLst/>
            <a:gdLst/>
            <a:ahLst/>
            <a:cxnLst/>
            <a:rect l="l" t="t" r="r" b="b"/>
            <a:pathLst>
              <a:path w="3810000" h="533400">
                <a:moveTo>
                  <a:pt x="266700" y="0"/>
                </a:moveTo>
                <a:lnTo>
                  <a:pt x="3543300" y="0"/>
                </a:lnTo>
                <a:cubicBezTo>
                  <a:pt x="3690496" y="0"/>
                  <a:pt x="3810000" y="119504"/>
                  <a:pt x="3810000" y="266700"/>
                </a:cubicBezTo>
                <a:lnTo>
                  <a:pt x="3810000" y="266700"/>
                </a:lnTo>
                <a:cubicBezTo>
                  <a:pt x="3810000" y="413896"/>
                  <a:pt x="3690496" y="533400"/>
                  <a:pt x="35433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440287" y="657225"/>
            <a:ext cx="33114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FF8C4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🚀 Created By: Christen Robinson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16262" y="1466850"/>
            <a:ext cx="67627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Deep Learning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Adventure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950666" y="3981450"/>
            <a:ext cx="6286500" cy="1257300"/>
          </a:xfrm>
          <a:custGeom>
            <a:avLst/>
            <a:gdLst/>
            <a:ahLst/>
            <a:cxnLst/>
            <a:rect l="l" t="t" r="r" b="b"/>
            <a:pathLst>
              <a:path w="6286500" h="1257300">
                <a:moveTo>
                  <a:pt x="228602" y="0"/>
                </a:moveTo>
                <a:lnTo>
                  <a:pt x="6057898" y="0"/>
                </a:lnTo>
                <a:cubicBezTo>
                  <a:pt x="6184067" y="0"/>
                  <a:pt x="6286500" y="102433"/>
                  <a:pt x="6286500" y="228602"/>
                </a:cubicBezTo>
                <a:lnTo>
                  <a:pt x="6286500" y="1028698"/>
                </a:lnTo>
                <a:cubicBezTo>
                  <a:pt x="6286500" y="1154867"/>
                  <a:pt x="6184067" y="1257300"/>
                  <a:pt x="6057898" y="1257300"/>
                </a:cubicBezTo>
                <a:lnTo>
                  <a:pt x="228602" y="1257300"/>
                </a:lnTo>
                <a:cubicBezTo>
                  <a:pt x="102433" y="1257300"/>
                  <a:pt x="0" y="1154867"/>
                  <a:pt x="0" y="1028698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322141" y="4210050"/>
            <a:ext cx="5543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AI Learns Like You Do!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50716" y="470535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Weights, Bias, and Activation Functions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102" y="5467350"/>
            <a:ext cx="3505200" cy="838200"/>
          </a:xfrm>
          <a:custGeom>
            <a:avLst/>
            <a:gdLst/>
            <a:ahLst/>
            <a:cxnLst/>
            <a:rect l="l" t="t" r="r" b="b"/>
            <a:pathLst>
              <a:path w="3505200" h="838200">
                <a:moveTo>
                  <a:pt x="152402" y="0"/>
                </a:moveTo>
                <a:lnTo>
                  <a:pt x="3352798" y="0"/>
                </a:lnTo>
                <a:cubicBezTo>
                  <a:pt x="3436968" y="0"/>
                  <a:pt x="3505200" y="68232"/>
                  <a:pt x="3505200" y="152402"/>
                </a:cubicBezTo>
                <a:lnTo>
                  <a:pt x="3505200" y="685798"/>
                </a:lnTo>
                <a:cubicBezTo>
                  <a:pt x="3505200" y="769968"/>
                  <a:pt x="3436968" y="838200"/>
                  <a:pt x="3352798" y="838200"/>
                </a:cubicBezTo>
                <a:lnTo>
                  <a:pt x="152402" y="838200"/>
                </a:lnTo>
                <a:cubicBezTo>
                  <a:pt x="68232" y="838200"/>
                  <a:pt x="0" y="769968"/>
                  <a:pt x="0" y="6857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47902" y="565785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71802" y="5619750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Journey into How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71802" y="5886450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Computers Learn to Think!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4422" y="4524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946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Meet Your Brain - The Ultimate Learning Machine!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52500"/>
            <a:ext cx="5715000" cy="1643063"/>
          </a:xfrm>
          <a:custGeom>
            <a:avLst/>
            <a:gdLst/>
            <a:ahLst/>
            <a:cxnLst/>
            <a:rect l="l" t="t" r="r" b="b"/>
            <a:pathLst>
              <a:path w="5715000" h="1643063">
                <a:moveTo>
                  <a:pt x="190497" y="0"/>
                </a:moveTo>
                <a:lnTo>
                  <a:pt x="5524503" y="0"/>
                </a:lnTo>
                <a:cubicBezTo>
                  <a:pt x="5629712" y="0"/>
                  <a:pt x="5715000" y="85288"/>
                  <a:pt x="5715000" y="190497"/>
                </a:cubicBezTo>
                <a:lnTo>
                  <a:pt x="5715000" y="1452566"/>
                </a:lnTo>
                <a:cubicBezTo>
                  <a:pt x="5715000" y="1557774"/>
                  <a:pt x="5629712" y="1643063"/>
                  <a:pt x="5524503" y="1643063"/>
                </a:cubicBezTo>
                <a:lnTo>
                  <a:pt x="190497" y="1643063"/>
                </a:lnTo>
                <a:cubicBezTo>
                  <a:pt x="85288" y="1643063"/>
                  <a:pt x="0" y="1557774"/>
                  <a:pt x="0" y="1452566"/>
                </a:cubicBezTo>
                <a:lnTo>
                  <a:pt x="0" y="190497"/>
                </a:lnTo>
                <a:cubicBezTo>
                  <a:pt x="0" y="85359"/>
                  <a:pt x="85359" y="0"/>
                  <a:pt x="19049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100000">
                <a:srgbClr val="FFD93D"/>
              </a:gs>
            </a:gsLst>
            <a:lin ang="2700000" scaled="1"/>
          </a:gradFill>
          <a:ln/>
          <a:effectLst>
            <a:outerShdw blurRad="198438" dist="1587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9828" y="11112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28688" y="1127125"/>
            <a:ext cx="1849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86 BILLION Neurons!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250" y="1492250"/>
            <a:ext cx="546893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brain has about </a:t>
            </a: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86 billion neurons</a:t>
            </a: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that's more than 10 times the number of people on Earth!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2051844"/>
            <a:ext cx="5397500" cy="381000"/>
          </a:xfrm>
          <a:custGeom>
            <a:avLst/>
            <a:gdLst/>
            <a:ahLst/>
            <a:cxnLst/>
            <a:rect l="l" t="t" r="r" b="b"/>
            <a:pathLst>
              <a:path w="5397500" h="381000">
                <a:moveTo>
                  <a:pt x="95250" y="0"/>
                </a:moveTo>
                <a:lnTo>
                  <a:pt x="5302250" y="0"/>
                </a:lnTo>
                <a:cubicBezTo>
                  <a:pt x="5354820" y="0"/>
                  <a:pt x="5397500" y="42680"/>
                  <a:pt x="5397500" y="95250"/>
                </a:cubicBezTo>
                <a:lnTo>
                  <a:pt x="5397500" y="285750"/>
                </a:lnTo>
                <a:cubicBezTo>
                  <a:pt x="5397500" y="338320"/>
                  <a:pt x="5354820" y="381000"/>
                  <a:pt x="53022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1500" y="2147094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neurons are like tiny messengers that help you: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375" y="2718594"/>
            <a:ext cx="2794000" cy="508000"/>
          </a:xfrm>
          <a:custGeom>
            <a:avLst/>
            <a:gdLst/>
            <a:ahLst/>
            <a:cxnLst/>
            <a:rect l="l" t="t" r="r" b="b"/>
            <a:pathLst>
              <a:path w="2794000" h="508000">
                <a:moveTo>
                  <a:pt x="31750" y="0"/>
                </a:moveTo>
                <a:lnTo>
                  <a:pt x="2698750" y="0"/>
                </a:lnTo>
                <a:cubicBezTo>
                  <a:pt x="2751320" y="0"/>
                  <a:pt x="2794000" y="42680"/>
                  <a:pt x="2794000" y="95250"/>
                </a:cubicBezTo>
                <a:lnTo>
                  <a:pt x="2794000" y="412750"/>
                </a:lnTo>
                <a:cubicBezTo>
                  <a:pt x="2794000" y="465320"/>
                  <a:pt x="2751320" y="508000"/>
                  <a:pt x="269875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375" y="2718594"/>
            <a:ext cx="31750" cy="508000"/>
          </a:xfrm>
          <a:custGeom>
            <a:avLst/>
            <a:gdLst/>
            <a:ahLst/>
            <a:cxnLst/>
            <a:rect l="l" t="t" r="r" b="b"/>
            <a:pathLst>
              <a:path w="31750" h="50800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6250" y="284559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23416" y="16111"/>
                </a:moveTo>
                <a:cubicBezTo>
                  <a:pt x="125016" y="13506"/>
                  <a:pt x="127881" y="11906"/>
                  <a:pt x="130969" y="11906"/>
                </a:cubicBezTo>
                <a:lnTo>
                  <a:pt x="169664" y="11906"/>
                </a:lnTo>
                <a:cubicBezTo>
                  <a:pt x="174613" y="11906"/>
                  <a:pt x="178594" y="15887"/>
                  <a:pt x="178594" y="20836"/>
                </a:cubicBezTo>
                <a:cubicBezTo>
                  <a:pt x="178594" y="25784"/>
                  <a:pt x="174613" y="29766"/>
                  <a:pt x="169664" y="29766"/>
                </a:cubicBezTo>
                <a:lnTo>
                  <a:pt x="145256" y="29766"/>
                </a:lnTo>
                <a:lnTo>
                  <a:pt x="172120" y="84981"/>
                </a:lnTo>
                <a:cubicBezTo>
                  <a:pt x="176101" y="83902"/>
                  <a:pt x="180268" y="83344"/>
                  <a:pt x="184547" y="83344"/>
                </a:cubicBezTo>
                <a:cubicBezTo>
                  <a:pt x="210852" y="83344"/>
                  <a:pt x="232172" y="104663"/>
                  <a:pt x="232172" y="130969"/>
                </a:cubicBezTo>
                <a:cubicBezTo>
                  <a:pt x="232172" y="157274"/>
                  <a:pt x="210852" y="178594"/>
                  <a:pt x="184547" y="178594"/>
                </a:cubicBezTo>
                <a:cubicBezTo>
                  <a:pt x="158242" y="178594"/>
                  <a:pt x="136922" y="157274"/>
                  <a:pt x="136922" y="130969"/>
                </a:cubicBezTo>
                <a:cubicBezTo>
                  <a:pt x="136922" y="115342"/>
                  <a:pt x="144438" y="101501"/>
                  <a:pt x="156046" y="92794"/>
                </a:cubicBezTo>
                <a:lnTo>
                  <a:pt x="148456" y="77205"/>
                </a:lnTo>
                <a:lnTo>
                  <a:pt x="121109" y="131899"/>
                </a:lnTo>
                <a:cubicBezTo>
                  <a:pt x="120253" y="133685"/>
                  <a:pt x="118765" y="135173"/>
                  <a:pt x="116867" y="136066"/>
                </a:cubicBezTo>
                <a:cubicBezTo>
                  <a:pt x="116644" y="136178"/>
                  <a:pt x="116421" y="136252"/>
                  <a:pt x="116198" y="136327"/>
                </a:cubicBezTo>
                <a:cubicBezTo>
                  <a:pt x="115119" y="136736"/>
                  <a:pt x="114002" y="136922"/>
                  <a:pt x="112886" y="136885"/>
                </a:cubicBezTo>
                <a:lnTo>
                  <a:pt x="100831" y="136922"/>
                </a:lnTo>
                <a:cubicBezTo>
                  <a:pt x="97892" y="160400"/>
                  <a:pt x="77874" y="178594"/>
                  <a:pt x="53578" y="178594"/>
                </a:cubicBezTo>
                <a:cubicBezTo>
                  <a:pt x="27273" y="178594"/>
                  <a:pt x="5953" y="157274"/>
                  <a:pt x="5953" y="130969"/>
                </a:cubicBezTo>
                <a:cubicBezTo>
                  <a:pt x="5953" y="104663"/>
                  <a:pt x="27273" y="83344"/>
                  <a:pt x="53578" y="83344"/>
                </a:cubicBezTo>
                <a:cubicBezTo>
                  <a:pt x="57596" y="83344"/>
                  <a:pt x="61466" y="83827"/>
                  <a:pt x="65187" y="84758"/>
                </a:cubicBezTo>
                <a:lnTo>
                  <a:pt x="75791" y="63587"/>
                </a:lnTo>
                <a:lnTo>
                  <a:pt x="71512" y="53578"/>
                </a:lnTo>
                <a:lnTo>
                  <a:pt x="56555" y="53578"/>
                </a:lnTo>
                <a:cubicBezTo>
                  <a:pt x="51606" y="53578"/>
                  <a:pt x="47625" y="49597"/>
                  <a:pt x="47625" y="44648"/>
                </a:cubicBezTo>
                <a:cubicBezTo>
                  <a:pt x="47625" y="39700"/>
                  <a:pt x="51606" y="35719"/>
                  <a:pt x="56555" y="35719"/>
                </a:cubicBezTo>
                <a:lnTo>
                  <a:pt x="77391" y="35719"/>
                </a:lnTo>
                <a:cubicBezTo>
                  <a:pt x="80962" y="35719"/>
                  <a:pt x="84200" y="37840"/>
                  <a:pt x="85613" y="41114"/>
                </a:cubicBezTo>
                <a:lnTo>
                  <a:pt x="90934" y="53578"/>
                </a:lnTo>
                <a:lnTo>
                  <a:pt x="136959" y="53578"/>
                </a:lnTo>
                <a:lnTo>
                  <a:pt x="122932" y="24743"/>
                </a:lnTo>
                <a:cubicBezTo>
                  <a:pt x="121593" y="21989"/>
                  <a:pt x="121741" y="18715"/>
                  <a:pt x="123379" y="16111"/>
                </a:cubicBezTo>
                <a:close/>
                <a:moveTo>
                  <a:pt x="85018" y="85092"/>
                </a:moveTo>
                <a:lnTo>
                  <a:pt x="68052" y="119063"/>
                </a:lnTo>
                <a:lnTo>
                  <a:pt x="99603" y="119063"/>
                </a:lnTo>
                <a:lnTo>
                  <a:pt x="85055" y="85092"/>
                </a:lnTo>
                <a:close/>
                <a:moveTo>
                  <a:pt x="113742" y="106784"/>
                </a:moveTo>
                <a:lnTo>
                  <a:pt x="131415" y="71438"/>
                </a:lnTo>
                <a:lnTo>
                  <a:pt x="98599" y="71438"/>
                </a:lnTo>
                <a:lnTo>
                  <a:pt x="113742" y="106784"/>
                </a:lnTo>
                <a:close/>
                <a:moveTo>
                  <a:pt x="176510" y="134875"/>
                </a:moveTo>
                <a:lnTo>
                  <a:pt x="165460" y="112179"/>
                </a:lnTo>
                <a:cubicBezTo>
                  <a:pt x="160697" y="117016"/>
                  <a:pt x="157758" y="123639"/>
                  <a:pt x="157758" y="130969"/>
                </a:cubicBezTo>
                <a:cubicBezTo>
                  <a:pt x="157758" y="145777"/>
                  <a:pt x="169738" y="157758"/>
                  <a:pt x="184547" y="157758"/>
                </a:cubicBezTo>
                <a:cubicBezTo>
                  <a:pt x="199355" y="157758"/>
                  <a:pt x="211336" y="145777"/>
                  <a:pt x="211336" y="130969"/>
                </a:cubicBezTo>
                <a:cubicBezTo>
                  <a:pt x="211336" y="116160"/>
                  <a:pt x="199355" y="104180"/>
                  <a:pt x="184547" y="104180"/>
                </a:cubicBezTo>
                <a:cubicBezTo>
                  <a:pt x="183542" y="104180"/>
                  <a:pt x="182500" y="104254"/>
                  <a:pt x="181533" y="104366"/>
                </a:cubicBezTo>
                <a:lnTo>
                  <a:pt x="192584" y="127062"/>
                </a:lnTo>
                <a:cubicBezTo>
                  <a:pt x="194742" y="131490"/>
                  <a:pt x="192881" y="136847"/>
                  <a:pt x="188454" y="139005"/>
                </a:cubicBezTo>
                <a:cubicBezTo>
                  <a:pt x="184026" y="141163"/>
                  <a:pt x="178668" y="139303"/>
                  <a:pt x="176510" y="134875"/>
                </a:cubicBezTo>
                <a:close/>
                <a:moveTo>
                  <a:pt x="55513" y="136922"/>
                </a:moveTo>
                <a:cubicBezTo>
                  <a:pt x="47997" y="136922"/>
                  <a:pt x="43086" y="128997"/>
                  <a:pt x="46472" y="122262"/>
                </a:cubicBezTo>
                <a:lnTo>
                  <a:pt x="55476" y="104217"/>
                </a:lnTo>
                <a:cubicBezTo>
                  <a:pt x="54843" y="104180"/>
                  <a:pt x="54211" y="104142"/>
                  <a:pt x="53578" y="104142"/>
                </a:cubicBezTo>
                <a:cubicBezTo>
                  <a:pt x="38770" y="104142"/>
                  <a:pt x="26789" y="116123"/>
                  <a:pt x="26789" y="130932"/>
                </a:cubicBezTo>
                <a:cubicBezTo>
                  <a:pt x="26789" y="145740"/>
                  <a:pt x="38770" y="157721"/>
                  <a:pt x="53578" y="157721"/>
                </a:cubicBezTo>
                <a:cubicBezTo>
                  <a:pt x="66340" y="157721"/>
                  <a:pt x="76981" y="148828"/>
                  <a:pt x="79697" y="136885"/>
                </a:cubicBezTo>
                <a:lnTo>
                  <a:pt x="55513" y="136885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875" y="2845594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to ride a bike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38500" y="2718594"/>
            <a:ext cx="2794000" cy="508000"/>
          </a:xfrm>
          <a:custGeom>
            <a:avLst/>
            <a:gdLst/>
            <a:ahLst/>
            <a:cxnLst/>
            <a:rect l="l" t="t" r="r" b="b"/>
            <a:pathLst>
              <a:path w="2794000" h="508000">
                <a:moveTo>
                  <a:pt x="31750" y="0"/>
                </a:moveTo>
                <a:lnTo>
                  <a:pt x="2698750" y="0"/>
                </a:lnTo>
                <a:cubicBezTo>
                  <a:pt x="2751320" y="0"/>
                  <a:pt x="2794000" y="42680"/>
                  <a:pt x="2794000" y="95250"/>
                </a:cubicBezTo>
                <a:lnTo>
                  <a:pt x="2794000" y="412750"/>
                </a:lnTo>
                <a:cubicBezTo>
                  <a:pt x="2794000" y="465320"/>
                  <a:pt x="2751320" y="508000"/>
                  <a:pt x="269875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38500" y="2718594"/>
            <a:ext cx="31750" cy="508000"/>
          </a:xfrm>
          <a:custGeom>
            <a:avLst/>
            <a:gdLst/>
            <a:ahLst/>
            <a:cxnLst/>
            <a:rect l="l" t="t" r="r" b="b"/>
            <a:pathLst>
              <a:path w="31750" h="50800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17094" y="284559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32147" y="-3907"/>
                </a:moveTo>
                <a:lnTo>
                  <a:pt x="22994" y="11757"/>
                </a:lnTo>
                <a:cubicBezTo>
                  <a:pt x="21580" y="14176"/>
                  <a:pt x="20836" y="16966"/>
                  <a:pt x="20836" y="19794"/>
                </a:cubicBezTo>
                <a:lnTo>
                  <a:pt x="20836" y="20836"/>
                </a:lnTo>
                <a:cubicBezTo>
                  <a:pt x="20836" y="29059"/>
                  <a:pt x="27496" y="35719"/>
                  <a:pt x="35719" y="35719"/>
                </a:cubicBezTo>
                <a:cubicBezTo>
                  <a:pt x="43942" y="35719"/>
                  <a:pt x="50602" y="29059"/>
                  <a:pt x="50602" y="20836"/>
                </a:cubicBezTo>
                <a:lnTo>
                  <a:pt x="50602" y="19794"/>
                </a:lnTo>
                <a:cubicBezTo>
                  <a:pt x="50602" y="16966"/>
                  <a:pt x="49857" y="14213"/>
                  <a:pt x="48444" y="11757"/>
                </a:cubicBezTo>
                <a:lnTo>
                  <a:pt x="39291" y="-3907"/>
                </a:lnTo>
                <a:cubicBezTo>
                  <a:pt x="38546" y="-5172"/>
                  <a:pt x="37170" y="-5953"/>
                  <a:pt x="35719" y="-5953"/>
                </a:cubicBezTo>
                <a:cubicBezTo>
                  <a:pt x="34268" y="-5953"/>
                  <a:pt x="32891" y="-5172"/>
                  <a:pt x="32147" y="-3907"/>
                </a:cubicBezTo>
                <a:close/>
                <a:moveTo>
                  <a:pt x="79772" y="-3907"/>
                </a:moveTo>
                <a:lnTo>
                  <a:pt x="70619" y="11757"/>
                </a:lnTo>
                <a:cubicBezTo>
                  <a:pt x="69205" y="14176"/>
                  <a:pt x="68461" y="16966"/>
                  <a:pt x="68461" y="19794"/>
                </a:cubicBezTo>
                <a:lnTo>
                  <a:pt x="68461" y="20836"/>
                </a:lnTo>
                <a:cubicBezTo>
                  <a:pt x="68461" y="29059"/>
                  <a:pt x="75121" y="35719"/>
                  <a:pt x="83344" y="35719"/>
                </a:cubicBezTo>
                <a:cubicBezTo>
                  <a:pt x="91567" y="35719"/>
                  <a:pt x="98227" y="29059"/>
                  <a:pt x="98227" y="20836"/>
                </a:cubicBezTo>
                <a:lnTo>
                  <a:pt x="98227" y="19794"/>
                </a:lnTo>
                <a:cubicBezTo>
                  <a:pt x="98227" y="16966"/>
                  <a:pt x="97482" y="14213"/>
                  <a:pt x="96069" y="11757"/>
                </a:cubicBezTo>
                <a:lnTo>
                  <a:pt x="86916" y="-3907"/>
                </a:lnTo>
                <a:cubicBezTo>
                  <a:pt x="86171" y="-5172"/>
                  <a:pt x="84795" y="-5953"/>
                  <a:pt x="83344" y="-5953"/>
                </a:cubicBezTo>
                <a:cubicBezTo>
                  <a:pt x="81893" y="-5953"/>
                  <a:pt x="80516" y="-5172"/>
                  <a:pt x="79772" y="-3907"/>
                </a:cubicBezTo>
                <a:close/>
                <a:moveTo>
                  <a:pt x="118244" y="11757"/>
                </a:moveTo>
                <a:cubicBezTo>
                  <a:pt x="116830" y="14176"/>
                  <a:pt x="116086" y="16966"/>
                  <a:pt x="116086" y="19794"/>
                </a:cubicBezTo>
                <a:lnTo>
                  <a:pt x="116086" y="20836"/>
                </a:lnTo>
                <a:cubicBezTo>
                  <a:pt x="116086" y="29059"/>
                  <a:pt x="122746" y="35719"/>
                  <a:pt x="130969" y="35719"/>
                </a:cubicBezTo>
                <a:cubicBezTo>
                  <a:pt x="139192" y="35719"/>
                  <a:pt x="145852" y="29059"/>
                  <a:pt x="145852" y="20836"/>
                </a:cubicBezTo>
                <a:lnTo>
                  <a:pt x="145852" y="19794"/>
                </a:lnTo>
                <a:cubicBezTo>
                  <a:pt x="145852" y="16966"/>
                  <a:pt x="145107" y="14213"/>
                  <a:pt x="143694" y="11757"/>
                </a:cubicBezTo>
                <a:lnTo>
                  <a:pt x="134541" y="-3907"/>
                </a:lnTo>
                <a:cubicBezTo>
                  <a:pt x="133796" y="-5172"/>
                  <a:pt x="132420" y="-5953"/>
                  <a:pt x="130969" y="-5953"/>
                </a:cubicBezTo>
                <a:cubicBezTo>
                  <a:pt x="129518" y="-5953"/>
                  <a:pt x="128141" y="-5172"/>
                  <a:pt x="127397" y="-3907"/>
                </a:cubicBezTo>
                <a:lnTo>
                  <a:pt x="118244" y="11757"/>
                </a:lnTo>
                <a:close/>
                <a:moveTo>
                  <a:pt x="47625" y="59531"/>
                </a:moveTo>
                <a:cubicBezTo>
                  <a:pt x="47625" y="52946"/>
                  <a:pt x="42304" y="47625"/>
                  <a:pt x="35719" y="47625"/>
                </a:cubicBezTo>
                <a:cubicBezTo>
                  <a:pt x="29133" y="47625"/>
                  <a:pt x="23812" y="52946"/>
                  <a:pt x="23812" y="59531"/>
                </a:cubicBezTo>
                <a:lnTo>
                  <a:pt x="23812" y="79437"/>
                </a:lnTo>
                <a:cubicBezTo>
                  <a:pt x="9934" y="84311"/>
                  <a:pt x="0" y="97557"/>
                  <a:pt x="0" y="113109"/>
                </a:cubicBezTo>
                <a:lnTo>
                  <a:pt x="0" y="120848"/>
                </a:lnTo>
                <a:cubicBezTo>
                  <a:pt x="7776" y="121332"/>
                  <a:pt x="15478" y="123565"/>
                  <a:pt x="22436" y="127546"/>
                </a:cubicBezTo>
                <a:lnTo>
                  <a:pt x="25078" y="129071"/>
                </a:lnTo>
                <a:cubicBezTo>
                  <a:pt x="34863" y="134652"/>
                  <a:pt x="46992" y="134057"/>
                  <a:pt x="56183" y="127508"/>
                </a:cubicBezTo>
                <a:cubicBezTo>
                  <a:pt x="72442" y="115900"/>
                  <a:pt x="94245" y="115900"/>
                  <a:pt x="110505" y="127508"/>
                </a:cubicBezTo>
                <a:cubicBezTo>
                  <a:pt x="119658" y="134057"/>
                  <a:pt x="131825" y="134689"/>
                  <a:pt x="141610" y="129071"/>
                </a:cubicBezTo>
                <a:lnTo>
                  <a:pt x="144252" y="127546"/>
                </a:lnTo>
                <a:cubicBezTo>
                  <a:pt x="151209" y="123565"/>
                  <a:pt x="158874" y="121332"/>
                  <a:pt x="166688" y="120848"/>
                </a:cubicBezTo>
                <a:lnTo>
                  <a:pt x="166688" y="113109"/>
                </a:lnTo>
                <a:cubicBezTo>
                  <a:pt x="166688" y="97557"/>
                  <a:pt x="156753" y="84311"/>
                  <a:pt x="142875" y="79437"/>
                </a:cubicBezTo>
                <a:lnTo>
                  <a:pt x="142875" y="59531"/>
                </a:lnTo>
                <a:cubicBezTo>
                  <a:pt x="142875" y="52946"/>
                  <a:pt x="137554" y="47625"/>
                  <a:pt x="130969" y="47625"/>
                </a:cubicBezTo>
                <a:cubicBezTo>
                  <a:pt x="124383" y="47625"/>
                  <a:pt x="119063" y="52946"/>
                  <a:pt x="119063" y="59531"/>
                </a:cubicBezTo>
                <a:lnTo>
                  <a:pt x="119063" y="77391"/>
                </a:lnTo>
                <a:lnTo>
                  <a:pt x="95250" y="77391"/>
                </a:lnTo>
                <a:lnTo>
                  <a:pt x="95250" y="59531"/>
                </a:lnTo>
                <a:cubicBezTo>
                  <a:pt x="95250" y="52946"/>
                  <a:pt x="89929" y="47625"/>
                  <a:pt x="83344" y="47625"/>
                </a:cubicBezTo>
                <a:cubicBezTo>
                  <a:pt x="76758" y="47625"/>
                  <a:pt x="71438" y="52946"/>
                  <a:pt x="71438" y="59531"/>
                </a:cubicBezTo>
                <a:lnTo>
                  <a:pt x="71438" y="77391"/>
                </a:lnTo>
                <a:lnTo>
                  <a:pt x="47625" y="77391"/>
                </a:lnTo>
                <a:lnTo>
                  <a:pt x="47625" y="59531"/>
                </a:lnTo>
                <a:close/>
                <a:moveTo>
                  <a:pt x="166688" y="138782"/>
                </a:moveTo>
                <a:cubicBezTo>
                  <a:pt x="161962" y="139229"/>
                  <a:pt x="157349" y="140643"/>
                  <a:pt x="153107" y="143061"/>
                </a:cubicBezTo>
                <a:lnTo>
                  <a:pt x="150465" y="144587"/>
                </a:lnTo>
                <a:cubicBezTo>
                  <a:pt x="134615" y="153628"/>
                  <a:pt x="114970" y="152660"/>
                  <a:pt x="100124" y="142056"/>
                </a:cubicBezTo>
                <a:cubicBezTo>
                  <a:pt x="90078" y="134875"/>
                  <a:pt x="76609" y="134875"/>
                  <a:pt x="66563" y="142056"/>
                </a:cubicBezTo>
                <a:cubicBezTo>
                  <a:pt x="51718" y="152660"/>
                  <a:pt x="32072" y="153665"/>
                  <a:pt x="16222" y="144587"/>
                </a:cubicBezTo>
                <a:lnTo>
                  <a:pt x="13581" y="143061"/>
                </a:lnTo>
                <a:cubicBezTo>
                  <a:pt x="9339" y="140643"/>
                  <a:pt x="4725" y="139192"/>
                  <a:pt x="0" y="13878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42875" y="190500"/>
                </a:lnTo>
                <a:cubicBezTo>
                  <a:pt x="156009" y="190500"/>
                  <a:pt x="166688" y="179822"/>
                  <a:pt x="166688" y="166688"/>
                </a:cubicBezTo>
                <a:lnTo>
                  <a:pt x="166688" y="138782"/>
                </a:ln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83000" y="2845594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 birthdays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375" y="3321844"/>
            <a:ext cx="2794000" cy="508000"/>
          </a:xfrm>
          <a:custGeom>
            <a:avLst/>
            <a:gdLst/>
            <a:ahLst/>
            <a:cxnLst/>
            <a:rect l="l" t="t" r="r" b="b"/>
            <a:pathLst>
              <a:path w="2794000" h="508000">
                <a:moveTo>
                  <a:pt x="31750" y="0"/>
                </a:moveTo>
                <a:lnTo>
                  <a:pt x="2698750" y="0"/>
                </a:lnTo>
                <a:cubicBezTo>
                  <a:pt x="2751320" y="0"/>
                  <a:pt x="2794000" y="42680"/>
                  <a:pt x="2794000" y="95250"/>
                </a:cubicBezTo>
                <a:lnTo>
                  <a:pt x="2794000" y="412750"/>
                </a:lnTo>
                <a:cubicBezTo>
                  <a:pt x="2794000" y="465320"/>
                  <a:pt x="2751320" y="508000"/>
                  <a:pt x="269875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3375" y="3321844"/>
            <a:ext cx="31750" cy="508000"/>
          </a:xfrm>
          <a:custGeom>
            <a:avLst/>
            <a:gdLst/>
            <a:ahLst/>
            <a:cxnLst/>
            <a:rect l="l" t="t" r="r" b="b"/>
            <a:pathLst>
              <a:path w="31750" h="50800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8156" y="344884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41672"/>
                </a:moveTo>
                <a:cubicBezTo>
                  <a:pt x="18083" y="41672"/>
                  <a:pt x="23143" y="46360"/>
                  <a:pt x="23738" y="52350"/>
                </a:cubicBezTo>
                <a:lnTo>
                  <a:pt x="23850" y="54806"/>
                </a:lnTo>
                <a:cubicBezTo>
                  <a:pt x="24482" y="60796"/>
                  <a:pt x="29542" y="65484"/>
                  <a:pt x="35719" y="65484"/>
                </a:cubicBezTo>
                <a:lnTo>
                  <a:pt x="102357" y="65484"/>
                </a:lnTo>
                <a:lnTo>
                  <a:pt x="154781" y="87957"/>
                </a:lnTo>
                <a:lnTo>
                  <a:pt x="154781" y="178594"/>
                </a:lnTo>
                <a:cubicBezTo>
                  <a:pt x="154781" y="185179"/>
                  <a:pt x="149461" y="190500"/>
                  <a:pt x="142875" y="190500"/>
                </a:cubicBezTo>
                <a:lnTo>
                  <a:pt x="130969" y="190500"/>
                </a:lnTo>
                <a:cubicBezTo>
                  <a:pt x="124383" y="190500"/>
                  <a:pt x="119063" y="185179"/>
                  <a:pt x="119063" y="178594"/>
                </a:cubicBezTo>
                <a:lnTo>
                  <a:pt x="119063" y="129741"/>
                </a:lnTo>
                <a:cubicBezTo>
                  <a:pt x="110133" y="134317"/>
                  <a:pt x="100013" y="136922"/>
                  <a:pt x="89297" y="136922"/>
                </a:cubicBezTo>
                <a:cubicBezTo>
                  <a:pt x="78581" y="136922"/>
                  <a:pt x="68461" y="134317"/>
                  <a:pt x="59531" y="129741"/>
                </a:cubicBezTo>
                <a:lnTo>
                  <a:pt x="59531" y="178594"/>
                </a:lnTo>
                <a:cubicBezTo>
                  <a:pt x="59531" y="185179"/>
                  <a:pt x="54211" y="190500"/>
                  <a:pt x="47625" y="190500"/>
                </a:cubicBezTo>
                <a:lnTo>
                  <a:pt x="35719" y="190500"/>
                </a:lnTo>
                <a:cubicBezTo>
                  <a:pt x="29133" y="190500"/>
                  <a:pt x="23812" y="185179"/>
                  <a:pt x="23812" y="178594"/>
                </a:cubicBezTo>
                <a:lnTo>
                  <a:pt x="23812" y="87213"/>
                </a:lnTo>
                <a:cubicBezTo>
                  <a:pt x="9934" y="82302"/>
                  <a:pt x="0" y="69131"/>
                  <a:pt x="0" y="53578"/>
                </a:cubicBezTo>
                <a:cubicBezTo>
                  <a:pt x="0" y="46992"/>
                  <a:pt x="5321" y="41672"/>
                  <a:pt x="11906" y="41672"/>
                </a:cubicBezTo>
                <a:close/>
                <a:moveTo>
                  <a:pt x="132383" y="-11906"/>
                </a:moveTo>
                <a:cubicBezTo>
                  <a:pt x="135248" y="-11906"/>
                  <a:pt x="137926" y="-10567"/>
                  <a:pt x="139675" y="-8260"/>
                </a:cubicBezTo>
                <a:lnTo>
                  <a:pt x="145852" y="0"/>
                </a:lnTo>
                <a:lnTo>
                  <a:pt x="165236" y="0"/>
                </a:lnTo>
                <a:cubicBezTo>
                  <a:pt x="169962" y="0"/>
                  <a:pt x="174501" y="1898"/>
                  <a:pt x="177850" y="5246"/>
                </a:cubicBezTo>
                <a:lnTo>
                  <a:pt x="184547" y="11906"/>
                </a:lnTo>
                <a:lnTo>
                  <a:pt x="205383" y="11906"/>
                </a:lnTo>
                <a:cubicBezTo>
                  <a:pt x="210331" y="11906"/>
                  <a:pt x="214313" y="15887"/>
                  <a:pt x="214313" y="20836"/>
                </a:cubicBezTo>
                <a:lnTo>
                  <a:pt x="214313" y="29766"/>
                </a:lnTo>
                <a:cubicBezTo>
                  <a:pt x="214313" y="46211"/>
                  <a:pt x="200992" y="59531"/>
                  <a:pt x="184547" y="59531"/>
                </a:cubicBezTo>
                <a:lnTo>
                  <a:pt x="160734" y="59531"/>
                </a:lnTo>
                <a:lnTo>
                  <a:pt x="158130" y="69949"/>
                </a:lnTo>
                <a:lnTo>
                  <a:pt x="111733" y="50081"/>
                </a:lnTo>
                <a:lnTo>
                  <a:pt x="123490" y="-4688"/>
                </a:lnTo>
                <a:cubicBezTo>
                  <a:pt x="124383" y="-8892"/>
                  <a:pt x="128067" y="-11906"/>
                  <a:pt x="132383" y="-11906"/>
                </a:cubicBezTo>
                <a:close/>
                <a:moveTo>
                  <a:pt x="166688" y="16371"/>
                </a:moveTo>
                <a:cubicBezTo>
                  <a:pt x="162580" y="16371"/>
                  <a:pt x="159246" y="19705"/>
                  <a:pt x="159246" y="23812"/>
                </a:cubicBezTo>
                <a:cubicBezTo>
                  <a:pt x="159246" y="27920"/>
                  <a:pt x="162580" y="31254"/>
                  <a:pt x="166688" y="31254"/>
                </a:cubicBezTo>
                <a:cubicBezTo>
                  <a:pt x="170795" y="31254"/>
                  <a:pt x="174129" y="27920"/>
                  <a:pt x="174129" y="23812"/>
                </a:cubicBezTo>
                <a:cubicBezTo>
                  <a:pt x="174129" y="19705"/>
                  <a:pt x="170795" y="16371"/>
                  <a:pt x="166688" y="16371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875" y="3448844"/>
            <a:ext cx="150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Recognize your dog's bark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38500" y="3321844"/>
            <a:ext cx="2794000" cy="508000"/>
          </a:xfrm>
          <a:custGeom>
            <a:avLst/>
            <a:gdLst/>
            <a:ahLst/>
            <a:cxnLst/>
            <a:rect l="l" t="t" r="r" b="b"/>
            <a:pathLst>
              <a:path w="2794000" h="508000">
                <a:moveTo>
                  <a:pt x="31750" y="0"/>
                </a:moveTo>
                <a:lnTo>
                  <a:pt x="2698750" y="0"/>
                </a:lnTo>
                <a:cubicBezTo>
                  <a:pt x="2751320" y="0"/>
                  <a:pt x="2794000" y="42680"/>
                  <a:pt x="2794000" y="95250"/>
                </a:cubicBezTo>
                <a:lnTo>
                  <a:pt x="2794000" y="412750"/>
                </a:lnTo>
                <a:cubicBezTo>
                  <a:pt x="2794000" y="465320"/>
                  <a:pt x="2751320" y="508000"/>
                  <a:pt x="2698750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38500" y="3321844"/>
            <a:ext cx="31750" cy="508000"/>
          </a:xfrm>
          <a:custGeom>
            <a:avLst/>
            <a:gdLst/>
            <a:ahLst/>
            <a:cxnLst/>
            <a:rect l="l" t="t" r="r" b="b"/>
            <a:pathLst>
              <a:path w="31750" h="508000">
                <a:moveTo>
                  <a:pt x="31750" y="0"/>
                </a:moveTo>
                <a:lnTo>
                  <a:pt x="31750" y="0"/>
                </a:lnTo>
                <a:lnTo>
                  <a:pt x="31750" y="508000"/>
                </a:ln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29000" y="344884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83000" y="3448844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Solve math problems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5438" y="3964781"/>
            <a:ext cx="5699125" cy="492125"/>
          </a:xfrm>
          <a:custGeom>
            <a:avLst/>
            <a:gdLst/>
            <a:ahLst/>
            <a:cxnLst/>
            <a:rect l="l" t="t" r="r" b="b"/>
            <a:pathLst>
              <a:path w="5699125" h="492125">
                <a:moveTo>
                  <a:pt x="126998" y="0"/>
                </a:moveTo>
                <a:lnTo>
                  <a:pt x="5572127" y="0"/>
                </a:lnTo>
                <a:cubicBezTo>
                  <a:pt x="5642266" y="0"/>
                  <a:pt x="5699125" y="56859"/>
                  <a:pt x="5699125" y="126998"/>
                </a:cubicBezTo>
                <a:lnTo>
                  <a:pt x="5699125" y="365127"/>
                </a:lnTo>
                <a:cubicBezTo>
                  <a:pt x="5699125" y="435266"/>
                  <a:pt x="5642266" y="492125"/>
                  <a:pt x="5572127" y="492125"/>
                </a:cubicBezTo>
                <a:lnTo>
                  <a:pt x="126998" y="492125"/>
                </a:lnTo>
                <a:cubicBezTo>
                  <a:pt x="56859" y="492125"/>
                  <a:pt x="0" y="435266"/>
                  <a:pt x="0" y="365127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796852" y="4131469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1735" y="107156"/>
                </a:moveTo>
                <a:cubicBezTo>
                  <a:pt x="83772" y="100933"/>
                  <a:pt x="87846" y="95297"/>
                  <a:pt x="92450" y="90441"/>
                </a:cubicBezTo>
                <a:cubicBezTo>
                  <a:pt x="101575" y="80842"/>
                  <a:pt x="107156" y="67866"/>
                  <a:pt x="107156" y="53578"/>
                </a:cubicBezTo>
                <a:cubicBezTo>
                  <a:pt x="107156" y="23999"/>
                  <a:pt x="83158" y="0"/>
                  <a:pt x="53578" y="0"/>
                </a:cubicBezTo>
                <a:cubicBezTo>
                  <a:pt x="23999" y="0"/>
                  <a:pt x="0" y="23999"/>
                  <a:pt x="0" y="53578"/>
                </a:cubicBezTo>
                <a:cubicBezTo>
                  <a:pt x="0" y="67866"/>
                  <a:pt x="5581" y="80842"/>
                  <a:pt x="14706" y="90441"/>
                </a:cubicBezTo>
                <a:cubicBezTo>
                  <a:pt x="19310" y="95297"/>
                  <a:pt x="23413" y="100933"/>
                  <a:pt x="25422" y="107156"/>
                </a:cubicBezTo>
                <a:lnTo>
                  <a:pt x="81707" y="107156"/>
                </a:lnTo>
                <a:close/>
                <a:moveTo>
                  <a:pt x="80367" y="120551"/>
                </a:moveTo>
                <a:lnTo>
                  <a:pt x="26789" y="120551"/>
                </a:lnTo>
                <a:lnTo>
                  <a:pt x="26789" y="125016"/>
                </a:lnTo>
                <a:cubicBezTo>
                  <a:pt x="26789" y="137350"/>
                  <a:pt x="36779" y="147340"/>
                  <a:pt x="49113" y="147340"/>
                </a:cubicBezTo>
                <a:lnTo>
                  <a:pt x="58043" y="147340"/>
                </a:lnTo>
                <a:cubicBezTo>
                  <a:pt x="70377" y="147340"/>
                  <a:pt x="80367" y="137350"/>
                  <a:pt x="80367" y="125016"/>
                </a:cubicBezTo>
                <a:lnTo>
                  <a:pt x="80367" y="120551"/>
                </a:lnTo>
                <a:close/>
                <a:moveTo>
                  <a:pt x="51346" y="31254"/>
                </a:moveTo>
                <a:cubicBezTo>
                  <a:pt x="40239" y="31254"/>
                  <a:pt x="31254" y="40239"/>
                  <a:pt x="31254" y="51346"/>
                </a:cubicBezTo>
                <a:cubicBezTo>
                  <a:pt x="31254" y="55057"/>
                  <a:pt x="28268" y="58043"/>
                  <a:pt x="24557" y="58043"/>
                </a:cubicBezTo>
                <a:cubicBezTo>
                  <a:pt x="20845" y="58043"/>
                  <a:pt x="17859" y="55057"/>
                  <a:pt x="17859" y="51346"/>
                </a:cubicBezTo>
                <a:cubicBezTo>
                  <a:pt x="17859" y="32845"/>
                  <a:pt x="32845" y="17859"/>
                  <a:pt x="51346" y="17859"/>
                </a:cubicBezTo>
                <a:cubicBezTo>
                  <a:pt x="55057" y="17859"/>
                  <a:pt x="58043" y="20845"/>
                  <a:pt x="58043" y="24557"/>
                </a:cubicBezTo>
                <a:cubicBezTo>
                  <a:pt x="58043" y="28268"/>
                  <a:pt x="55057" y="31254"/>
                  <a:pt x="51346" y="31254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6906" y="4099719"/>
            <a:ext cx="527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your brain can learn, so can computers!</a:t>
            </a:r>
            <a:endParaRPr lang="en-US" sz="1600" dirty="0"/>
          </a:p>
        </p:txBody>
      </p:sp>
      <p:pic>
        <p:nvPicPr>
          <p:cNvPr id="30" name="Image 0" descr="https://kimi-web-img.moonshot.cn/img/thumbs.dreamstime.com/537bbd0527aa78aa4e00dcb93ab973938d763106.jpg"/>
          <p:cNvPicPr>
            <a:picLocks noChangeAspect="1"/>
          </p:cNvPicPr>
          <p:nvPr/>
        </p:nvPicPr>
        <p:blipFill>
          <a:blip r:embed="rId3"/>
          <a:srcRect l="8998" r="8998"/>
          <a:stretch/>
        </p:blipFill>
        <p:spPr>
          <a:xfrm>
            <a:off x="6159500" y="952500"/>
            <a:ext cx="5715000" cy="6969125"/>
          </a:xfrm>
          <a:prstGeom prst="roundRect">
            <a:avLst>
              <a:gd name="adj" fmla="val 3333"/>
            </a:avLst>
          </a:prstGeom>
        </p:spPr>
      </p:pic>
      <p:sp>
        <p:nvSpPr>
          <p:cNvPr id="31" name="Shape 28"/>
          <p:cNvSpPr/>
          <p:nvPr/>
        </p:nvSpPr>
        <p:spPr>
          <a:xfrm>
            <a:off x="6159500" y="8067601"/>
            <a:ext cx="5715000" cy="1063625"/>
          </a:xfrm>
          <a:custGeom>
            <a:avLst/>
            <a:gdLst/>
            <a:ahLst/>
            <a:cxnLst/>
            <a:rect l="l" t="t" r="r" b="b"/>
            <a:pathLst>
              <a:path w="5715000" h="106362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936628"/>
                </a:lnTo>
                <a:cubicBezTo>
                  <a:pt x="5715000" y="1006767"/>
                  <a:pt x="5658142" y="1063625"/>
                  <a:pt x="5588003" y="1063625"/>
                </a:cubicBezTo>
                <a:lnTo>
                  <a:pt x="126997" y="1063625"/>
                </a:lnTo>
                <a:cubicBezTo>
                  <a:pt x="56858" y="1063625"/>
                  <a:pt x="0" y="1006767"/>
                  <a:pt x="0" y="93662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159500" y="8067601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318250" y="8273976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09141" y="0"/>
                </a:moveTo>
                <a:cubicBezTo>
                  <a:pt x="109141" y="-5488"/>
                  <a:pt x="104707" y="-9922"/>
                  <a:pt x="99219" y="-9922"/>
                </a:cubicBezTo>
                <a:cubicBezTo>
                  <a:pt x="93731" y="-9922"/>
                  <a:pt x="89297" y="-5488"/>
                  <a:pt x="89297" y="0"/>
                </a:cubicBezTo>
                <a:lnTo>
                  <a:pt x="89297" y="19844"/>
                </a:lnTo>
                <a:lnTo>
                  <a:pt x="59531" y="19844"/>
                </a:lnTo>
                <a:cubicBezTo>
                  <a:pt x="43098" y="19844"/>
                  <a:pt x="29766" y="33176"/>
                  <a:pt x="29766" y="49609"/>
                </a:cubicBezTo>
                <a:lnTo>
                  <a:pt x="29766" y="119062"/>
                </a:lnTo>
                <a:cubicBezTo>
                  <a:pt x="29766" y="135496"/>
                  <a:pt x="43098" y="148828"/>
                  <a:pt x="59531" y="148828"/>
                </a:cubicBezTo>
                <a:lnTo>
                  <a:pt x="138906" y="148828"/>
                </a:lnTo>
                <a:cubicBezTo>
                  <a:pt x="155339" y="148828"/>
                  <a:pt x="168672" y="135496"/>
                  <a:pt x="168672" y="119062"/>
                </a:cubicBezTo>
                <a:lnTo>
                  <a:pt x="168672" y="49609"/>
                </a:lnTo>
                <a:cubicBezTo>
                  <a:pt x="168672" y="33176"/>
                  <a:pt x="155339" y="19844"/>
                  <a:pt x="138906" y="19844"/>
                </a:cubicBezTo>
                <a:lnTo>
                  <a:pt x="109141" y="19844"/>
                </a:lnTo>
                <a:lnTo>
                  <a:pt x="109141" y="0"/>
                </a:lnTo>
                <a:close/>
                <a:moveTo>
                  <a:pt x="49609" y="114102"/>
                </a:moveTo>
                <a:cubicBezTo>
                  <a:pt x="49609" y="109978"/>
                  <a:pt x="52927" y="106660"/>
                  <a:pt x="57051" y="106660"/>
                </a:cubicBezTo>
                <a:lnTo>
                  <a:pt x="66973" y="106660"/>
                </a:lnTo>
                <a:cubicBezTo>
                  <a:pt x="71096" y="106660"/>
                  <a:pt x="74414" y="109978"/>
                  <a:pt x="74414" y="114102"/>
                </a:cubicBezTo>
                <a:cubicBezTo>
                  <a:pt x="74414" y="118225"/>
                  <a:pt x="71096" y="121543"/>
                  <a:pt x="66973" y="121543"/>
                </a:cubicBezTo>
                <a:lnTo>
                  <a:pt x="57051" y="121543"/>
                </a:lnTo>
                <a:cubicBezTo>
                  <a:pt x="52927" y="121543"/>
                  <a:pt x="49609" y="118225"/>
                  <a:pt x="49609" y="114102"/>
                </a:cubicBezTo>
                <a:close/>
                <a:moveTo>
                  <a:pt x="86816" y="114102"/>
                </a:moveTo>
                <a:cubicBezTo>
                  <a:pt x="86816" y="109978"/>
                  <a:pt x="90134" y="106660"/>
                  <a:pt x="94258" y="106660"/>
                </a:cubicBezTo>
                <a:lnTo>
                  <a:pt x="104180" y="106660"/>
                </a:lnTo>
                <a:cubicBezTo>
                  <a:pt x="108303" y="106660"/>
                  <a:pt x="111621" y="109978"/>
                  <a:pt x="111621" y="114102"/>
                </a:cubicBezTo>
                <a:cubicBezTo>
                  <a:pt x="111621" y="118225"/>
                  <a:pt x="108303" y="121543"/>
                  <a:pt x="104180" y="121543"/>
                </a:cubicBezTo>
                <a:lnTo>
                  <a:pt x="94258" y="121543"/>
                </a:lnTo>
                <a:cubicBezTo>
                  <a:pt x="90134" y="121543"/>
                  <a:pt x="86816" y="118225"/>
                  <a:pt x="86816" y="114102"/>
                </a:cubicBezTo>
                <a:close/>
                <a:moveTo>
                  <a:pt x="124023" y="114102"/>
                </a:moveTo>
                <a:cubicBezTo>
                  <a:pt x="124023" y="109978"/>
                  <a:pt x="127341" y="106660"/>
                  <a:pt x="131465" y="106660"/>
                </a:cubicBezTo>
                <a:lnTo>
                  <a:pt x="141387" y="106660"/>
                </a:lnTo>
                <a:cubicBezTo>
                  <a:pt x="145510" y="106660"/>
                  <a:pt x="148828" y="109978"/>
                  <a:pt x="148828" y="114102"/>
                </a:cubicBezTo>
                <a:cubicBezTo>
                  <a:pt x="148828" y="118225"/>
                  <a:pt x="145510" y="121543"/>
                  <a:pt x="141387" y="121543"/>
                </a:cubicBezTo>
                <a:lnTo>
                  <a:pt x="131465" y="121543"/>
                </a:lnTo>
                <a:cubicBezTo>
                  <a:pt x="127341" y="121543"/>
                  <a:pt x="124023" y="118225"/>
                  <a:pt x="124023" y="114102"/>
                </a:cubicBezTo>
                <a:close/>
                <a:moveTo>
                  <a:pt x="69453" y="54570"/>
                </a:moveTo>
                <a:cubicBezTo>
                  <a:pt x="77667" y="54570"/>
                  <a:pt x="84336" y="61239"/>
                  <a:pt x="84336" y="69453"/>
                </a:cubicBezTo>
                <a:cubicBezTo>
                  <a:pt x="84336" y="77667"/>
                  <a:pt x="77667" y="84336"/>
                  <a:pt x="69453" y="84336"/>
                </a:cubicBezTo>
                <a:cubicBezTo>
                  <a:pt x="61239" y="84336"/>
                  <a:pt x="54570" y="77667"/>
                  <a:pt x="54570" y="69453"/>
                </a:cubicBezTo>
                <a:cubicBezTo>
                  <a:pt x="54570" y="61239"/>
                  <a:pt x="61239" y="54570"/>
                  <a:pt x="69453" y="54570"/>
                </a:cubicBezTo>
                <a:close/>
                <a:moveTo>
                  <a:pt x="114102" y="69453"/>
                </a:moveTo>
                <a:cubicBezTo>
                  <a:pt x="114102" y="61239"/>
                  <a:pt x="120770" y="54570"/>
                  <a:pt x="128984" y="54570"/>
                </a:cubicBezTo>
                <a:cubicBezTo>
                  <a:pt x="137198" y="54570"/>
                  <a:pt x="143867" y="61239"/>
                  <a:pt x="143867" y="69453"/>
                </a:cubicBezTo>
                <a:cubicBezTo>
                  <a:pt x="143867" y="77667"/>
                  <a:pt x="137198" y="84336"/>
                  <a:pt x="128984" y="84336"/>
                </a:cubicBezTo>
                <a:cubicBezTo>
                  <a:pt x="120770" y="84336"/>
                  <a:pt x="114102" y="77667"/>
                  <a:pt x="114102" y="69453"/>
                </a:cubicBezTo>
                <a:close/>
                <a:moveTo>
                  <a:pt x="19844" y="69453"/>
                </a:moveTo>
                <a:cubicBezTo>
                  <a:pt x="19844" y="63965"/>
                  <a:pt x="15410" y="59531"/>
                  <a:pt x="9922" y="59531"/>
                </a:cubicBezTo>
                <a:cubicBezTo>
                  <a:pt x="4434" y="59531"/>
                  <a:pt x="0" y="63965"/>
                  <a:pt x="0" y="69453"/>
                </a:cubicBezTo>
                <a:lnTo>
                  <a:pt x="0" y="99219"/>
                </a:lnTo>
                <a:cubicBezTo>
                  <a:pt x="0" y="104707"/>
                  <a:pt x="4434" y="109141"/>
                  <a:pt x="9922" y="109141"/>
                </a:cubicBezTo>
                <a:cubicBezTo>
                  <a:pt x="15410" y="109141"/>
                  <a:pt x="19844" y="104707"/>
                  <a:pt x="19844" y="99219"/>
                </a:cubicBezTo>
                <a:lnTo>
                  <a:pt x="19844" y="69453"/>
                </a:lnTo>
                <a:close/>
                <a:moveTo>
                  <a:pt x="188516" y="59531"/>
                </a:moveTo>
                <a:cubicBezTo>
                  <a:pt x="183028" y="59531"/>
                  <a:pt x="178594" y="63965"/>
                  <a:pt x="178594" y="69453"/>
                </a:cubicBezTo>
                <a:lnTo>
                  <a:pt x="178594" y="99219"/>
                </a:lnTo>
                <a:cubicBezTo>
                  <a:pt x="178594" y="104707"/>
                  <a:pt x="183028" y="109141"/>
                  <a:pt x="188516" y="109141"/>
                </a:cubicBezTo>
                <a:cubicBezTo>
                  <a:pt x="194004" y="109141"/>
                  <a:pt x="198438" y="104707"/>
                  <a:pt x="198438" y="99219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516688" y="8242226"/>
            <a:ext cx="527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Cool Part!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18250" y="8559726"/>
            <a:ext cx="5461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Scientists wanted computers to learn like your brain does, so they created </a:t>
            </a:r>
            <a:r>
              <a:rPr lang="en-US" sz="1000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"artificial neural networks"</a:t>
            </a:r>
            <a:r>
              <a:rPr lang="en-US" sz="10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computer brains that copy how YOUR brain works!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4710" y="502"/>
                </a:moveTo>
                <a:cubicBezTo>
                  <a:pt x="81986" y="-391"/>
                  <a:pt x="71326" y="8316"/>
                  <a:pt x="68200" y="19869"/>
                </a:cubicBezTo>
                <a:lnTo>
                  <a:pt x="62787" y="40184"/>
                </a:lnTo>
                <a:cubicBezTo>
                  <a:pt x="163692" y="40351"/>
                  <a:pt x="245399" y="122058"/>
                  <a:pt x="245566" y="222963"/>
                </a:cubicBezTo>
                <a:lnTo>
                  <a:pt x="265881" y="217550"/>
                </a:lnTo>
                <a:cubicBezTo>
                  <a:pt x="277490" y="214480"/>
                  <a:pt x="286141" y="203764"/>
                  <a:pt x="285248" y="191040"/>
                </a:cubicBezTo>
                <a:cubicBezTo>
                  <a:pt x="278216" y="89018"/>
                  <a:pt x="196732" y="7534"/>
                  <a:pt x="94710" y="502"/>
                </a:cubicBezTo>
                <a:close/>
                <a:moveTo>
                  <a:pt x="218610" y="230163"/>
                </a:moveTo>
                <a:cubicBezTo>
                  <a:pt x="218722" y="227874"/>
                  <a:pt x="218777" y="225586"/>
                  <a:pt x="218777" y="223242"/>
                </a:cubicBezTo>
                <a:cubicBezTo>
                  <a:pt x="218777" y="136959"/>
                  <a:pt x="148791" y="66973"/>
                  <a:pt x="62508" y="66973"/>
                </a:cubicBezTo>
                <a:cubicBezTo>
                  <a:pt x="60220" y="66973"/>
                  <a:pt x="57876" y="67028"/>
                  <a:pt x="55587" y="67140"/>
                </a:cubicBezTo>
                <a:lnTo>
                  <a:pt x="279" y="274532"/>
                </a:lnTo>
                <a:cubicBezTo>
                  <a:pt x="-558" y="277602"/>
                  <a:pt x="335" y="280894"/>
                  <a:pt x="2567" y="283127"/>
                </a:cubicBezTo>
                <a:cubicBezTo>
                  <a:pt x="4800" y="285359"/>
                  <a:pt x="8093" y="286252"/>
                  <a:pt x="11162" y="285415"/>
                </a:cubicBezTo>
                <a:lnTo>
                  <a:pt x="218554" y="230107"/>
                </a:lnTo>
                <a:close/>
                <a:moveTo>
                  <a:pt x="98227" y="116086"/>
                </a:moveTo>
                <a:cubicBezTo>
                  <a:pt x="108083" y="116086"/>
                  <a:pt x="116086" y="124088"/>
                  <a:pt x="116086" y="133945"/>
                </a:cubicBezTo>
                <a:cubicBezTo>
                  <a:pt x="116086" y="143802"/>
                  <a:pt x="108083" y="151805"/>
                  <a:pt x="98227" y="151805"/>
                </a:cubicBezTo>
                <a:cubicBezTo>
                  <a:pt x="88370" y="151805"/>
                  <a:pt x="80367" y="143802"/>
                  <a:pt x="80367" y="133945"/>
                </a:cubicBezTo>
                <a:cubicBezTo>
                  <a:pt x="80367" y="124088"/>
                  <a:pt x="88370" y="116086"/>
                  <a:pt x="98227" y="116086"/>
                </a:cubicBezTo>
                <a:close/>
                <a:moveTo>
                  <a:pt x="133945" y="187523"/>
                </a:moveTo>
                <a:cubicBezTo>
                  <a:pt x="133945" y="177667"/>
                  <a:pt x="141948" y="169664"/>
                  <a:pt x="151805" y="169664"/>
                </a:cubicBezTo>
                <a:cubicBezTo>
                  <a:pt x="161662" y="169664"/>
                  <a:pt x="169664" y="177667"/>
                  <a:pt x="169664" y="187523"/>
                </a:cubicBezTo>
                <a:cubicBezTo>
                  <a:pt x="169664" y="197380"/>
                  <a:pt x="161662" y="205383"/>
                  <a:pt x="151805" y="205383"/>
                </a:cubicBezTo>
                <a:cubicBezTo>
                  <a:pt x="141948" y="205383"/>
                  <a:pt x="133945" y="197380"/>
                  <a:pt x="133945" y="187523"/>
                </a:cubicBezTo>
                <a:close/>
                <a:moveTo>
                  <a:pt x="53578" y="214313"/>
                </a:moveTo>
                <a:cubicBezTo>
                  <a:pt x="53578" y="204456"/>
                  <a:pt x="61581" y="196453"/>
                  <a:pt x="71438" y="196453"/>
                </a:cubicBezTo>
                <a:cubicBezTo>
                  <a:pt x="81294" y="196453"/>
                  <a:pt x="89297" y="204456"/>
                  <a:pt x="89297" y="214313"/>
                </a:cubicBezTo>
                <a:cubicBezTo>
                  <a:pt x="89297" y="224169"/>
                  <a:pt x="81294" y="232172"/>
                  <a:pt x="71438" y="232172"/>
                </a:cubicBezTo>
                <a:cubicBezTo>
                  <a:pt x="61581" y="232172"/>
                  <a:pt x="53578" y="224169"/>
                  <a:pt x="53578" y="2143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620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The Pizza Party Problem - Introducing Weights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43000"/>
            <a:ext cx="6762750" cy="1143000"/>
          </a:xfrm>
          <a:custGeom>
            <a:avLst/>
            <a:gdLst/>
            <a:ahLst/>
            <a:cxnLst/>
            <a:rect l="l" t="t" r="r" b="b"/>
            <a:pathLst>
              <a:path w="6762750" h="1143000">
                <a:moveTo>
                  <a:pt x="152396" y="0"/>
                </a:moveTo>
                <a:lnTo>
                  <a:pt x="6610354" y="0"/>
                </a:lnTo>
                <a:cubicBezTo>
                  <a:pt x="6694520" y="0"/>
                  <a:pt x="6762750" y="68230"/>
                  <a:pt x="6762750" y="152396"/>
                </a:cubicBezTo>
                <a:lnTo>
                  <a:pt x="6762750" y="990604"/>
                </a:lnTo>
                <a:cubicBezTo>
                  <a:pt x="6762750" y="1074770"/>
                  <a:pt x="6694520" y="1143000"/>
                  <a:pt x="661035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100000">
                <a:srgbClr val="FFD93D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400" y="1295400"/>
            <a:ext cx="655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🎭 Story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3400" y="1638300"/>
            <a:ext cx="6534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You're planning the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ULTIMATE pizza party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your class. You need to figure out: Will your friends like this pizza?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2400300"/>
            <a:ext cx="6762750" cy="2609850"/>
          </a:xfrm>
          <a:custGeom>
            <a:avLst/>
            <a:gdLst/>
            <a:ahLst/>
            <a:cxnLst/>
            <a:rect l="l" t="t" r="r" b="b"/>
            <a:pathLst>
              <a:path w="6762750" h="2609850">
                <a:moveTo>
                  <a:pt x="152389" y="0"/>
                </a:moveTo>
                <a:lnTo>
                  <a:pt x="6610361" y="0"/>
                </a:lnTo>
                <a:cubicBezTo>
                  <a:pt x="6694467" y="0"/>
                  <a:pt x="6762750" y="68283"/>
                  <a:pt x="6762750" y="152389"/>
                </a:cubicBezTo>
                <a:lnTo>
                  <a:pt x="6762750" y="2457461"/>
                </a:lnTo>
                <a:cubicBezTo>
                  <a:pt x="6762750" y="2541567"/>
                  <a:pt x="6694467" y="2609850"/>
                  <a:pt x="6610361" y="2609850"/>
                </a:cubicBezTo>
                <a:lnTo>
                  <a:pt x="152389" y="2609850"/>
                </a:lnTo>
                <a:cubicBezTo>
                  <a:pt x="68283" y="2609850"/>
                  <a:pt x="0" y="2541567"/>
                  <a:pt x="0" y="245746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7213" y="2600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2475" y="2552700"/>
            <a:ext cx="632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You Have Clues: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2943225"/>
            <a:ext cx="3152775" cy="666750"/>
          </a:xfrm>
          <a:custGeom>
            <a:avLst/>
            <a:gdLst/>
            <a:ahLst/>
            <a:cxnLst/>
            <a:rect l="l" t="t" r="r" b="b"/>
            <a:pathLst>
              <a:path w="3152775" h="666750">
                <a:moveTo>
                  <a:pt x="114301" y="0"/>
                </a:moveTo>
                <a:lnTo>
                  <a:pt x="3038474" y="0"/>
                </a:lnTo>
                <a:cubicBezTo>
                  <a:pt x="3101601" y="0"/>
                  <a:pt x="3152775" y="51174"/>
                  <a:pt x="3152775" y="114301"/>
                </a:cubicBezTo>
                <a:lnTo>
                  <a:pt x="3152775" y="552449"/>
                </a:lnTo>
                <a:cubicBezTo>
                  <a:pt x="3152775" y="615576"/>
                  <a:pt x="3101601" y="666750"/>
                  <a:pt x="3038474" y="666750"/>
                </a:cubicBezTo>
                <a:lnTo>
                  <a:pt x="114301" y="666750"/>
                </a:lnTo>
                <a:cubicBezTo>
                  <a:pt x="51174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6750" y="3105150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3510" y="30670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Amount of cheese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3510" y="329565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lots = yummy!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30985" y="2943225"/>
            <a:ext cx="3152775" cy="666750"/>
          </a:xfrm>
          <a:custGeom>
            <a:avLst/>
            <a:gdLst/>
            <a:ahLst/>
            <a:cxnLst/>
            <a:rect l="l" t="t" r="r" b="b"/>
            <a:pathLst>
              <a:path w="3152775" h="666750">
                <a:moveTo>
                  <a:pt x="114301" y="0"/>
                </a:moveTo>
                <a:lnTo>
                  <a:pt x="3038474" y="0"/>
                </a:lnTo>
                <a:cubicBezTo>
                  <a:pt x="3101601" y="0"/>
                  <a:pt x="3152775" y="51174"/>
                  <a:pt x="3152775" y="114301"/>
                </a:cubicBezTo>
                <a:lnTo>
                  <a:pt x="3152775" y="552449"/>
                </a:lnTo>
                <a:cubicBezTo>
                  <a:pt x="3152775" y="615576"/>
                  <a:pt x="3101601" y="666750"/>
                  <a:pt x="3038474" y="666750"/>
                </a:cubicBezTo>
                <a:lnTo>
                  <a:pt x="114301" y="666750"/>
                </a:lnTo>
                <a:cubicBezTo>
                  <a:pt x="51174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54810" y="3105150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61570" y="306705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Mushrooms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61570" y="32956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friends hate them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925" y="3743325"/>
            <a:ext cx="3152775" cy="666750"/>
          </a:xfrm>
          <a:custGeom>
            <a:avLst/>
            <a:gdLst/>
            <a:ahLst/>
            <a:cxnLst/>
            <a:rect l="l" t="t" r="r" b="b"/>
            <a:pathLst>
              <a:path w="3152775" h="666750">
                <a:moveTo>
                  <a:pt x="114301" y="0"/>
                </a:moveTo>
                <a:lnTo>
                  <a:pt x="3038474" y="0"/>
                </a:lnTo>
                <a:cubicBezTo>
                  <a:pt x="3101601" y="0"/>
                  <a:pt x="3152775" y="51174"/>
                  <a:pt x="3152775" y="114301"/>
                </a:cubicBezTo>
                <a:lnTo>
                  <a:pt x="3152775" y="552449"/>
                </a:lnTo>
                <a:cubicBezTo>
                  <a:pt x="3152775" y="615576"/>
                  <a:pt x="3101601" y="666750"/>
                  <a:pt x="3038474" y="666750"/>
                </a:cubicBezTo>
                <a:lnTo>
                  <a:pt x="114301" y="666750"/>
                </a:lnTo>
                <a:cubicBezTo>
                  <a:pt x="51174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8C42">
              <a:alpha val="20000"/>
            </a:srgbClr>
          </a:solidFill>
          <a:ln w="254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6750" y="3905250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🌶️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3510" y="386715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Pepperoni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3510" y="409575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friends love it!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30985" y="3743325"/>
            <a:ext cx="3152775" cy="666750"/>
          </a:xfrm>
          <a:custGeom>
            <a:avLst/>
            <a:gdLst/>
            <a:ahLst/>
            <a:cxnLst/>
            <a:rect l="l" t="t" r="r" b="b"/>
            <a:pathLst>
              <a:path w="3152775" h="666750">
                <a:moveTo>
                  <a:pt x="114301" y="0"/>
                </a:moveTo>
                <a:lnTo>
                  <a:pt x="3038474" y="0"/>
                </a:lnTo>
                <a:cubicBezTo>
                  <a:pt x="3101601" y="0"/>
                  <a:pt x="3152775" y="51174"/>
                  <a:pt x="3152775" y="114301"/>
                </a:cubicBezTo>
                <a:lnTo>
                  <a:pt x="3152775" y="552449"/>
                </a:lnTo>
                <a:cubicBezTo>
                  <a:pt x="3152775" y="615576"/>
                  <a:pt x="3101601" y="666750"/>
                  <a:pt x="3038474" y="666750"/>
                </a:cubicBezTo>
                <a:lnTo>
                  <a:pt x="114301" y="666750"/>
                </a:lnTo>
                <a:cubicBezTo>
                  <a:pt x="51174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54810" y="3905250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61570" y="3867150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Vegetables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61570" y="4095750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healthy but... meh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0050" y="5124450"/>
            <a:ext cx="6743700" cy="552450"/>
          </a:xfrm>
          <a:custGeom>
            <a:avLst/>
            <a:gdLst/>
            <a:ahLst/>
            <a:cxnLst/>
            <a:rect l="l" t="t" r="r" b="b"/>
            <a:pathLst>
              <a:path w="6743700" h="552450">
                <a:moveTo>
                  <a:pt x="38100" y="0"/>
                </a:moveTo>
                <a:lnTo>
                  <a:pt x="6591301" y="0"/>
                </a:lnTo>
                <a:cubicBezTo>
                  <a:pt x="6675469" y="0"/>
                  <a:pt x="6743700" y="68231"/>
                  <a:pt x="6743700" y="152399"/>
                </a:cubicBezTo>
                <a:lnTo>
                  <a:pt x="6743700" y="400051"/>
                </a:lnTo>
                <a:cubicBezTo>
                  <a:pt x="6743700" y="484219"/>
                  <a:pt x="6675469" y="552450"/>
                  <a:pt x="6591301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00050" y="512445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0550" y="5324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9150" y="5276850"/>
            <a:ext cx="624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Here's the Secret:</a:t>
            </a: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all ingredients matter the same amount!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00020" y="1162050"/>
            <a:ext cx="4514850" cy="3257550"/>
          </a:xfrm>
          <a:custGeom>
            <a:avLst/>
            <a:gdLst/>
            <a:ahLst/>
            <a:cxnLst/>
            <a:rect l="l" t="t" r="r" b="b"/>
            <a:pathLst>
              <a:path w="4514850" h="3257550">
                <a:moveTo>
                  <a:pt x="38100" y="0"/>
                </a:moveTo>
                <a:lnTo>
                  <a:pt x="4476750" y="0"/>
                </a:lnTo>
                <a:cubicBezTo>
                  <a:pt x="4497778" y="0"/>
                  <a:pt x="4514850" y="17072"/>
                  <a:pt x="4514850" y="38100"/>
                </a:cubicBezTo>
                <a:lnTo>
                  <a:pt x="4514850" y="3105162"/>
                </a:lnTo>
                <a:cubicBezTo>
                  <a:pt x="4514850" y="3189323"/>
                  <a:pt x="4446623" y="3257550"/>
                  <a:pt x="4362462" y="3257550"/>
                </a:cubicBezTo>
                <a:lnTo>
                  <a:pt x="152388" y="3257550"/>
                </a:lnTo>
                <a:cubicBezTo>
                  <a:pt x="68227" y="3257550"/>
                  <a:pt x="0" y="3189323"/>
                  <a:pt x="0" y="310516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00020" y="1162050"/>
            <a:ext cx="4514850" cy="38100"/>
          </a:xfrm>
          <a:custGeom>
            <a:avLst/>
            <a:gdLst/>
            <a:ahLst/>
            <a:cxnLst/>
            <a:rect l="l" t="t" r="r" b="b"/>
            <a:pathLst>
              <a:path w="4514850" h="38100">
                <a:moveTo>
                  <a:pt x="38100" y="0"/>
                </a:moveTo>
                <a:lnTo>
                  <a:pt x="4476750" y="0"/>
                </a:lnTo>
                <a:cubicBezTo>
                  <a:pt x="4497778" y="0"/>
                  <a:pt x="4514850" y="17072"/>
                  <a:pt x="4514850" y="38100"/>
                </a:cubicBezTo>
                <a:lnTo>
                  <a:pt x="4514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04795" y="1333500"/>
            <a:ext cx="430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⚖️ WEIGHTS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14320" y="1714500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like </a:t>
            </a: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 scores</a:t>
            </a: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each ingredient: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52420" y="2057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04795" y="2057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🧀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23920" y="2095500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Cheese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288613" y="2076450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9/10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23920" y="2381250"/>
            <a:ext cx="3638550" cy="114300"/>
          </a:xfrm>
          <a:custGeom>
            <a:avLst/>
            <a:gdLst/>
            <a:ahLst/>
            <a:cxnLst/>
            <a:rect l="l" t="t" r="r" b="b"/>
            <a:pathLst>
              <a:path w="3638550" h="114300">
                <a:moveTo>
                  <a:pt x="57150" y="0"/>
                </a:moveTo>
                <a:lnTo>
                  <a:pt x="3581400" y="0"/>
                </a:lnTo>
                <a:cubicBezTo>
                  <a:pt x="3612942" y="0"/>
                  <a:pt x="3638550" y="25608"/>
                  <a:pt x="3638550" y="57150"/>
                </a:cubicBezTo>
                <a:lnTo>
                  <a:pt x="3638550" y="57150"/>
                </a:lnTo>
                <a:cubicBezTo>
                  <a:pt x="3638550" y="88692"/>
                  <a:pt x="3612942" y="114300"/>
                  <a:pt x="35814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023920" y="2381250"/>
            <a:ext cx="3267075" cy="114300"/>
          </a:xfrm>
          <a:custGeom>
            <a:avLst/>
            <a:gdLst/>
            <a:ahLst/>
            <a:cxnLst/>
            <a:rect l="l" t="t" r="r" b="b"/>
            <a:pathLst>
              <a:path w="3267075" h="114300">
                <a:moveTo>
                  <a:pt x="57150" y="0"/>
                </a:moveTo>
                <a:lnTo>
                  <a:pt x="3209925" y="0"/>
                </a:lnTo>
                <a:cubicBezTo>
                  <a:pt x="3241467" y="0"/>
                  <a:pt x="3267075" y="25608"/>
                  <a:pt x="3267075" y="57150"/>
                </a:cubicBezTo>
                <a:lnTo>
                  <a:pt x="3267075" y="57150"/>
                </a:lnTo>
                <a:cubicBezTo>
                  <a:pt x="3267075" y="88692"/>
                  <a:pt x="3241467" y="114300"/>
                  <a:pt x="32099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100000">
                <a:srgbClr val="FFD93D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452420" y="2590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04795" y="25908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🌶️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23920" y="2628900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Pepperoni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287423" y="2609850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8/10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23920" y="2914650"/>
            <a:ext cx="3638550" cy="114300"/>
          </a:xfrm>
          <a:custGeom>
            <a:avLst/>
            <a:gdLst/>
            <a:ahLst/>
            <a:cxnLst/>
            <a:rect l="l" t="t" r="r" b="b"/>
            <a:pathLst>
              <a:path w="3638550" h="114300">
                <a:moveTo>
                  <a:pt x="57150" y="0"/>
                </a:moveTo>
                <a:lnTo>
                  <a:pt x="3581400" y="0"/>
                </a:lnTo>
                <a:cubicBezTo>
                  <a:pt x="3612942" y="0"/>
                  <a:pt x="3638550" y="25608"/>
                  <a:pt x="3638550" y="57150"/>
                </a:cubicBezTo>
                <a:lnTo>
                  <a:pt x="3638550" y="57150"/>
                </a:lnTo>
                <a:cubicBezTo>
                  <a:pt x="3638550" y="88692"/>
                  <a:pt x="3612942" y="114300"/>
                  <a:pt x="35814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023920" y="2914650"/>
            <a:ext cx="2905125" cy="114300"/>
          </a:xfrm>
          <a:custGeom>
            <a:avLst/>
            <a:gdLst/>
            <a:ahLst/>
            <a:cxnLst/>
            <a:rect l="l" t="t" r="r" b="b"/>
            <a:pathLst>
              <a:path w="2905125" h="114300">
                <a:moveTo>
                  <a:pt x="57150" y="0"/>
                </a:moveTo>
                <a:lnTo>
                  <a:pt x="2847975" y="0"/>
                </a:lnTo>
                <a:cubicBezTo>
                  <a:pt x="2879517" y="0"/>
                  <a:pt x="2905125" y="25608"/>
                  <a:pt x="2905125" y="57150"/>
                </a:cubicBezTo>
                <a:lnTo>
                  <a:pt x="2905125" y="57150"/>
                </a:lnTo>
                <a:cubicBezTo>
                  <a:pt x="2905125" y="88692"/>
                  <a:pt x="2879517" y="114300"/>
                  <a:pt x="28479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100000">
                <a:srgbClr val="FFD93D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452420" y="3124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04795" y="3124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🥦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23920" y="316230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Vegetables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291888" y="3143250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3/10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023920" y="3448050"/>
            <a:ext cx="3638550" cy="114300"/>
          </a:xfrm>
          <a:custGeom>
            <a:avLst/>
            <a:gdLst/>
            <a:ahLst/>
            <a:cxnLst/>
            <a:rect l="l" t="t" r="r" b="b"/>
            <a:pathLst>
              <a:path w="3638550" h="114300">
                <a:moveTo>
                  <a:pt x="57150" y="0"/>
                </a:moveTo>
                <a:lnTo>
                  <a:pt x="3581400" y="0"/>
                </a:lnTo>
                <a:cubicBezTo>
                  <a:pt x="3612942" y="0"/>
                  <a:pt x="3638550" y="25608"/>
                  <a:pt x="3638550" y="57150"/>
                </a:cubicBezTo>
                <a:lnTo>
                  <a:pt x="3638550" y="57150"/>
                </a:lnTo>
                <a:cubicBezTo>
                  <a:pt x="3638550" y="88692"/>
                  <a:pt x="3612942" y="114300"/>
                  <a:pt x="35814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023920" y="3448050"/>
            <a:ext cx="1085850" cy="114300"/>
          </a:xfrm>
          <a:custGeom>
            <a:avLst/>
            <a:gdLst/>
            <a:ahLst/>
            <a:cxnLst/>
            <a:rect l="l" t="t" r="r" b="b"/>
            <a:pathLst>
              <a:path w="1085850" h="114300">
                <a:moveTo>
                  <a:pt x="57150" y="0"/>
                </a:moveTo>
                <a:lnTo>
                  <a:pt x="1028700" y="0"/>
                </a:lnTo>
                <a:cubicBezTo>
                  <a:pt x="1060242" y="0"/>
                  <a:pt x="1085850" y="25608"/>
                  <a:pt x="1085850" y="57150"/>
                </a:cubicBezTo>
                <a:lnTo>
                  <a:pt x="1085850" y="57150"/>
                </a:lnTo>
                <a:cubicBezTo>
                  <a:pt x="1085850" y="88692"/>
                  <a:pt x="1060242" y="114300"/>
                  <a:pt x="10287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4ECDC4">
                  <a:alpha val="5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452420" y="3657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1D5DC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404795" y="3657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🍄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023920" y="369570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Mushrooms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96799" y="3676650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2/10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23920" y="3981450"/>
            <a:ext cx="3638550" cy="114300"/>
          </a:xfrm>
          <a:custGeom>
            <a:avLst/>
            <a:gdLst/>
            <a:ahLst/>
            <a:cxnLst/>
            <a:rect l="l" t="t" r="r" b="b"/>
            <a:pathLst>
              <a:path w="3638550" h="114300">
                <a:moveTo>
                  <a:pt x="57150" y="0"/>
                </a:moveTo>
                <a:lnTo>
                  <a:pt x="3581400" y="0"/>
                </a:lnTo>
                <a:cubicBezTo>
                  <a:pt x="3612942" y="0"/>
                  <a:pt x="3638550" y="25608"/>
                  <a:pt x="3638550" y="57150"/>
                </a:cubicBezTo>
                <a:lnTo>
                  <a:pt x="3638550" y="57150"/>
                </a:lnTo>
                <a:cubicBezTo>
                  <a:pt x="3638550" y="88692"/>
                  <a:pt x="3612942" y="114300"/>
                  <a:pt x="35814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023920" y="3981450"/>
            <a:ext cx="723900" cy="114300"/>
          </a:xfrm>
          <a:custGeom>
            <a:avLst/>
            <a:gdLst/>
            <a:ahLst/>
            <a:cxnLst/>
            <a:rect l="l" t="t" r="r" b="b"/>
            <a:pathLst>
              <a:path w="723900" h="114300">
                <a:moveTo>
                  <a:pt x="57150" y="0"/>
                </a:moveTo>
                <a:lnTo>
                  <a:pt x="666750" y="0"/>
                </a:lnTo>
                <a:cubicBezTo>
                  <a:pt x="698292" y="0"/>
                  <a:pt x="723900" y="25608"/>
                  <a:pt x="723900" y="57150"/>
                </a:cubicBezTo>
                <a:lnTo>
                  <a:pt x="723900" y="57150"/>
                </a:lnTo>
                <a:cubicBezTo>
                  <a:pt x="723900" y="88692"/>
                  <a:pt x="698292" y="114300"/>
                  <a:pt x="6667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300020" y="4533900"/>
            <a:ext cx="4514850" cy="1143000"/>
          </a:xfrm>
          <a:custGeom>
            <a:avLst/>
            <a:gdLst/>
            <a:ahLst/>
            <a:cxnLst/>
            <a:rect l="l" t="t" r="r" b="b"/>
            <a:pathLst>
              <a:path w="4514850" h="1143000">
                <a:moveTo>
                  <a:pt x="152396" y="0"/>
                </a:moveTo>
                <a:lnTo>
                  <a:pt x="4362454" y="0"/>
                </a:lnTo>
                <a:cubicBezTo>
                  <a:pt x="4446620" y="0"/>
                  <a:pt x="4514850" y="68230"/>
                  <a:pt x="4514850" y="152396"/>
                </a:cubicBezTo>
                <a:lnTo>
                  <a:pt x="4514850" y="990604"/>
                </a:lnTo>
                <a:cubicBezTo>
                  <a:pt x="4514850" y="1074770"/>
                  <a:pt x="4446620" y="1143000"/>
                  <a:pt x="436245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452420" y="4686300"/>
            <a:ext cx="429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💡 In AI Language: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452420" y="5029200"/>
            <a:ext cx="4286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Weights tell the computer: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"Pay LOTS of attention to this!"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"This doesn't matter as much."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00050" y="5791200"/>
            <a:ext cx="11410950" cy="685800"/>
          </a:xfrm>
          <a:custGeom>
            <a:avLst/>
            <a:gdLst/>
            <a:ahLst/>
            <a:cxnLst/>
            <a:rect l="l" t="t" r="r" b="b"/>
            <a:pathLst>
              <a:path w="11410950" h="685800">
                <a:moveTo>
                  <a:pt x="38100" y="0"/>
                </a:moveTo>
                <a:lnTo>
                  <a:pt x="11258552" y="0"/>
                </a:lnTo>
                <a:cubicBezTo>
                  <a:pt x="11342719" y="0"/>
                  <a:pt x="11410950" y="68231"/>
                  <a:pt x="11410950" y="152398"/>
                </a:cubicBezTo>
                <a:lnTo>
                  <a:pt x="11410950" y="533402"/>
                </a:lnTo>
                <a:cubicBezTo>
                  <a:pt x="11410950" y="617569"/>
                  <a:pt x="11342719" y="685800"/>
                  <a:pt x="11258552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00050" y="57912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42925" y="59436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9050" y="28575"/>
                </a:moveTo>
                <a:lnTo>
                  <a:pt x="19050" y="100013"/>
                </a:lnTo>
                <a:lnTo>
                  <a:pt x="152400" y="100013"/>
                </a:lnTo>
                <a:lnTo>
                  <a:pt x="152400" y="28575"/>
                </a:lnTo>
                <a:lnTo>
                  <a:pt x="19050" y="28575"/>
                </a:lnTo>
                <a:close/>
                <a:moveTo>
                  <a:pt x="0" y="28575"/>
                </a:moveTo>
                <a:cubicBezTo>
                  <a:pt x="0" y="18068"/>
                  <a:pt x="8543" y="9525"/>
                  <a:pt x="19050" y="9525"/>
                </a:cubicBezTo>
                <a:lnTo>
                  <a:pt x="152400" y="9525"/>
                </a:lnTo>
                <a:cubicBezTo>
                  <a:pt x="162907" y="9525"/>
                  <a:pt x="171450" y="18068"/>
                  <a:pt x="171450" y="28575"/>
                </a:cubicBezTo>
                <a:lnTo>
                  <a:pt x="171450" y="100013"/>
                </a:lnTo>
                <a:cubicBezTo>
                  <a:pt x="171450" y="110520"/>
                  <a:pt x="162907" y="119062"/>
                  <a:pt x="152400" y="119062"/>
                </a:cubicBezTo>
                <a:lnTo>
                  <a:pt x="19050" y="119062"/>
                </a:lnTo>
                <a:cubicBezTo>
                  <a:pt x="8543" y="119062"/>
                  <a:pt x="0" y="110520"/>
                  <a:pt x="0" y="100013"/>
                </a:cubicBezTo>
                <a:lnTo>
                  <a:pt x="0" y="28575"/>
                </a:lnTo>
                <a:close/>
                <a:moveTo>
                  <a:pt x="47625" y="133350"/>
                </a:move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47625" y="152400"/>
                </a:lnTo>
                <a:cubicBezTo>
                  <a:pt x="42356" y="152400"/>
                  <a:pt x="38100" y="148144"/>
                  <a:pt x="38100" y="142875"/>
                </a:cubicBezTo>
                <a:cubicBezTo>
                  <a:pt x="38100" y="137606"/>
                  <a:pt x="42356" y="133350"/>
                  <a:pt x="47625" y="13335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81050" y="5905500"/>
            <a:ext cx="10991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AI Example:</a:t>
            </a: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Netflix recommends shows, it uses weights to decide: Does your age matter more? Or what you watched last week? Or what time you usually watch TV?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296" y="376296"/>
            <a:ext cx="602074" cy="602074"/>
          </a:xfrm>
          <a:custGeom>
            <a:avLst/>
            <a:gdLst/>
            <a:ahLst/>
            <a:cxnLst/>
            <a:rect l="l" t="t" r="r" b="b"/>
            <a:pathLst>
              <a:path w="602074" h="602074">
                <a:moveTo>
                  <a:pt x="301037" y="0"/>
                </a:moveTo>
                <a:lnTo>
                  <a:pt x="301037" y="0"/>
                </a:lnTo>
                <a:cubicBezTo>
                  <a:pt x="467295" y="0"/>
                  <a:pt x="602074" y="134779"/>
                  <a:pt x="602074" y="301037"/>
                </a:cubicBezTo>
                <a:lnTo>
                  <a:pt x="602074" y="301037"/>
                </a:lnTo>
                <a:cubicBezTo>
                  <a:pt x="602074" y="467295"/>
                  <a:pt x="467295" y="602074"/>
                  <a:pt x="301037" y="602074"/>
                </a:cubicBezTo>
                <a:lnTo>
                  <a:pt x="301037" y="602074"/>
                </a:lnTo>
                <a:cubicBezTo>
                  <a:pt x="134779" y="602074"/>
                  <a:pt x="0" y="467295"/>
                  <a:pt x="0" y="301037"/>
                </a:cubicBezTo>
                <a:lnTo>
                  <a:pt x="0" y="301037"/>
                </a:lnTo>
                <a:cubicBezTo>
                  <a:pt x="0" y="134779"/>
                  <a:pt x="134779" y="0"/>
                  <a:pt x="301037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blurRad="141111" dist="9407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3852" y="536222"/>
            <a:ext cx="211667" cy="282222"/>
          </a:xfrm>
          <a:custGeom>
            <a:avLst/>
            <a:gdLst/>
            <a:ahLst/>
            <a:cxnLst/>
            <a:rect l="l" t="t" r="r" b="b"/>
            <a:pathLst>
              <a:path w="211667" h="282222">
                <a:moveTo>
                  <a:pt x="35278" y="0"/>
                </a:moveTo>
                <a:cubicBezTo>
                  <a:pt x="15820" y="0"/>
                  <a:pt x="0" y="15820"/>
                  <a:pt x="0" y="35278"/>
                </a:cubicBezTo>
                <a:lnTo>
                  <a:pt x="0" y="246944"/>
                </a:lnTo>
                <a:cubicBezTo>
                  <a:pt x="0" y="266402"/>
                  <a:pt x="15820" y="282222"/>
                  <a:pt x="35278" y="282222"/>
                </a:cubicBezTo>
                <a:lnTo>
                  <a:pt x="176389" y="282222"/>
                </a:lnTo>
                <a:cubicBezTo>
                  <a:pt x="195847" y="282222"/>
                  <a:pt x="211667" y="266402"/>
                  <a:pt x="211667" y="246944"/>
                </a:cubicBezTo>
                <a:lnTo>
                  <a:pt x="211667" y="35278"/>
                </a:lnTo>
                <a:cubicBezTo>
                  <a:pt x="211667" y="15820"/>
                  <a:pt x="195847" y="0"/>
                  <a:pt x="176389" y="0"/>
                </a:cubicBezTo>
                <a:lnTo>
                  <a:pt x="35278" y="0"/>
                </a:lnTo>
                <a:close/>
                <a:moveTo>
                  <a:pt x="52917" y="35278"/>
                </a:moveTo>
                <a:lnTo>
                  <a:pt x="158750" y="35278"/>
                </a:lnTo>
                <a:cubicBezTo>
                  <a:pt x="168507" y="35278"/>
                  <a:pt x="176389" y="43160"/>
                  <a:pt x="176389" y="52917"/>
                </a:cubicBezTo>
                <a:lnTo>
                  <a:pt x="176389" y="70556"/>
                </a:lnTo>
                <a:cubicBezTo>
                  <a:pt x="176389" y="80312"/>
                  <a:pt x="168507" y="88194"/>
                  <a:pt x="158750" y="88194"/>
                </a:cubicBezTo>
                <a:lnTo>
                  <a:pt x="52917" y="88194"/>
                </a:lnTo>
                <a:cubicBezTo>
                  <a:pt x="43160" y="88194"/>
                  <a:pt x="35278" y="80312"/>
                  <a:pt x="35278" y="70556"/>
                </a:cubicBezTo>
                <a:lnTo>
                  <a:pt x="35278" y="52917"/>
                </a:lnTo>
                <a:cubicBezTo>
                  <a:pt x="35278" y="43160"/>
                  <a:pt x="43160" y="35278"/>
                  <a:pt x="52917" y="35278"/>
                </a:cubicBezTo>
                <a:close/>
                <a:moveTo>
                  <a:pt x="61736" y="127882"/>
                </a:moveTo>
                <a:cubicBezTo>
                  <a:pt x="61736" y="135183"/>
                  <a:pt x="55808" y="141111"/>
                  <a:pt x="48507" y="141111"/>
                </a:cubicBezTo>
                <a:cubicBezTo>
                  <a:pt x="41206" y="141111"/>
                  <a:pt x="35278" y="135183"/>
                  <a:pt x="35278" y="127882"/>
                </a:cubicBezTo>
                <a:cubicBezTo>
                  <a:pt x="35278" y="120581"/>
                  <a:pt x="41206" y="114653"/>
                  <a:pt x="48507" y="114653"/>
                </a:cubicBezTo>
                <a:cubicBezTo>
                  <a:pt x="55808" y="114653"/>
                  <a:pt x="61736" y="120581"/>
                  <a:pt x="61736" y="127882"/>
                </a:cubicBezTo>
                <a:close/>
                <a:moveTo>
                  <a:pt x="105833" y="141111"/>
                </a:moveTo>
                <a:cubicBezTo>
                  <a:pt x="98532" y="141111"/>
                  <a:pt x="92604" y="135183"/>
                  <a:pt x="92604" y="127882"/>
                </a:cubicBezTo>
                <a:cubicBezTo>
                  <a:pt x="92604" y="120581"/>
                  <a:pt x="98532" y="114653"/>
                  <a:pt x="105833" y="114653"/>
                </a:cubicBezTo>
                <a:cubicBezTo>
                  <a:pt x="113135" y="114653"/>
                  <a:pt x="119062" y="120581"/>
                  <a:pt x="119062" y="127882"/>
                </a:cubicBezTo>
                <a:cubicBezTo>
                  <a:pt x="119062" y="135183"/>
                  <a:pt x="113135" y="141111"/>
                  <a:pt x="105833" y="141111"/>
                </a:cubicBezTo>
                <a:close/>
                <a:moveTo>
                  <a:pt x="176389" y="127882"/>
                </a:moveTo>
                <a:cubicBezTo>
                  <a:pt x="176389" y="135183"/>
                  <a:pt x="170461" y="141111"/>
                  <a:pt x="163160" y="141111"/>
                </a:cubicBezTo>
                <a:cubicBezTo>
                  <a:pt x="155858" y="141111"/>
                  <a:pt x="149931" y="135183"/>
                  <a:pt x="149931" y="127882"/>
                </a:cubicBezTo>
                <a:cubicBezTo>
                  <a:pt x="149931" y="120581"/>
                  <a:pt x="155858" y="114653"/>
                  <a:pt x="163160" y="114653"/>
                </a:cubicBezTo>
                <a:cubicBezTo>
                  <a:pt x="170461" y="114653"/>
                  <a:pt x="176389" y="120581"/>
                  <a:pt x="176389" y="127882"/>
                </a:cubicBezTo>
                <a:close/>
                <a:moveTo>
                  <a:pt x="48507" y="194028"/>
                </a:moveTo>
                <a:cubicBezTo>
                  <a:pt x="41206" y="194028"/>
                  <a:pt x="35278" y="188100"/>
                  <a:pt x="35278" y="180799"/>
                </a:cubicBezTo>
                <a:cubicBezTo>
                  <a:pt x="35278" y="173497"/>
                  <a:pt x="41206" y="167569"/>
                  <a:pt x="48507" y="167569"/>
                </a:cubicBezTo>
                <a:cubicBezTo>
                  <a:pt x="55808" y="167569"/>
                  <a:pt x="61736" y="173497"/>
                  <a:pt x="61736" y="180799"/>
                </a:cubicBezTo>
                <a:cubicBezTo>
                  <a:pt x="61736" y="188100"/>
                  <a:pt x="55808" y="194028"/>
                  <a:pt x="48507" y="194028"/>
                </a:cubicBezTo>
                <a:close/>
                <a:moveTo>
                  <a:pt x="119062" y="180799"/>
                </a:moveTo>
                <a:cubicBezTo>
                  <a:pt x="119062" y="188100"/>
                  <a:pt x="113135" y="194028"/>
                  <a:pt x="105833" y="194028"/>
                </a:cubicBezTo>
                <a:cubicBezTo>
                  <a:pt x="98532" y="194028"/>
                  <a:pt x="92604" y="188100"/>
                  <a:pt x="92604" y="180799"/>
                </a:cubicBezTo>
                <a:cubicBezTo>
                  <a:pt x="92604" y="173497"/>
                  <a:pt x="98532" y="167569"/>
                  <a:pt x="105833" y="167569"/>
                </a:cubicBezTo>
                <a:cubicBezTo>
                  <a:pt x="113135" y="167569"/>
                  <a:pt x="119062" y="173497"/>
                  <a:pt x="119062" y="180799"/>
                </a:cubicBezTo>
                <a:close/>
                <a:moveTo>
                  <a:pt x="163160" y="194028"/>
                </a:moveTo>
                <a:cubicBezTo>
                  <a:pt x="155858" y="194028"/>
                  <a:pt x="149931" y="188100"/>
                  <a:pt x="149931" y="180799"/>
                </a:cubicBezTo>
                <a:cubicBezTo>
                  <a:pt x="149931" y="173497"/>
                  <a:pt x="155858" y="167569"/>
                  <a:pt x="163160" y="167569"/>
                </a:cubicBezTo>
                <a:cubicBezTo>
                  <a:pt x="170461" y="167569"/>
                  <a:pt x="176389" y="173497"/>
                  <a:pt x="176389" y="180799"/>
                </a:cubicBezTo>
                <a:cubicBezTo>
                  <a:pt x="176389" y="188100"/>
                  <a:pt x="170461" y="194028"/>
                  <a:pt x="163160" y="194028"/>
                </a:cubicBezTo>
                <a:close/>
                <a:moveTo>
                  <a:pt x="35278" y="233715"/>
                </a:moveTo>
                <a:cubicBezTo>
                  <a:pt x="35278" y="226384"/>
                  <a:pt x="41176" y="220486"/>
                  <a:pt x="48507" y="220486"/>
                </a:cubicBezTo>
                <a:lnTo>
                  <a:pt x="110243" y="220486"/>
                </a:lnTo>
                <a:cubicBezTo>
                  <a:pt x="117574" y="220486"/>
                  <a:pt x="123472" y="226384"/>
                  <a:pt x="123472" y="233715"/>
                </a:cubicBezTo>
                <a:cubicBezTo>
                  <a:pt x="123472" y="241046"/>
                  <a:pt x="117574" y="246944"/>
                  <a:pt x="110243" y="246944"/>
                </a:cubicBezTo>
                <a:lnTo>
                  <a:pt x="48507" y="246944"/>
                </a:lnTo>
                <a:cubicBezTo>
                  <a:pt x="41176" y="246944"/>
                  <a:pt x="35278" y="241046"/>
                  <a:pt x="35278" y="233715"/>
                </a:cubicBezTo>
                <a:close/>
                <a:moveTo>
                  <a:pt x="163160" y="220486"/>
                </a:moveTo>
                <a:cubicBezTo>
                  <a:pt x="170491" y="220486"/>
                  <a:pt x="176389" y="226384"/>
                  <a:pt x="176389" y="233715"/>
                </a:cubicBezTo>
                <a:cubicBezTo>
                  <a:pt x="176389" y="241046"/>
                  <a:pt x="170491" y="246944"/>
                  <a:pt x="163160" y="246944"/>
                </a:cubicBezTo>
                <a:cubicBezTo>
                  <a:pt x="155829" y="246944"/>
                  <a:pt x="149931" y="241046"/>
                  <a:pt x="149931" y="233715"/>
                </a:cubicBezTo>
                <a:cubicBezTo>
                  <a:pt x="149931" y="226384"/>
                  <a:pt x="155829" y="220486"/>
                  <a:pt x="163160" y="22048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8889" y="451556"/>
            <a:ext cx="8777111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6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Weights in Action - The Decision Maker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6296" y="1053630"/>
            <a:ext cx="5644444" cy="1627481"/>
          </a:xfrm>
          <a:custGeom>
            <a:avLst/>
            <a:gdLst/>
            <a:ahLst/>
            <a:cxnLst/>
            <a:rect l="l" t="t" r="r" b="b"/>
            <a:pathLst>
              <a:path w="5644444" h="1627481">
                <a:moveTo>
                  <a:pt x="150526" y="0"/>
                </a:moveTo>
                <a:lnTo>
                  <a:pt x="5493919" y="0"/>
                </a:lnTo>
                <a:cubicBezTo>
                  <a:pt x="5577052" y="0"/>
                  <a:pt x="5644444" y="67393"/>
                  <a:pt x="5644444" y="150526"/>
                </a:cubicBezTo>
                <a:lnTo>
                  <a:pt x="5644444" y="1476956"/>
                </a:lnTo>
                <a:cubicBezTo>
                  <a:pt x="5644444" y="1560089"/>
                  <a:pt x="5577052" y="1627481"/>
                  <a:pt x="5493919" y="1627481"/>
                </a:cubicBezTo>
                <a:lnTo>
                  <a:pt x="150526" y="1627481"/>
                </a:lnTo>
                <a:cubicBezTo>
                  <a:pt x="67393" y="1627481"/>
                  <a:pt x="0" y="1560089"/>
                  <a:pt x="0" y="1476956"/>
                </a:cubicBezTo>
                <a:lnTo>
                  <a:pt x="0" y="150526"/>
                </a:lnTo>
                <a:cubicBezTo>
                  <a:pt x="0" y="67448"/>
                  <a:pt x="67448" y="0"/>
                  <a:pt x="15052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100000">
                <a:srgbClr val="FFD93D"/>
              </a:gs>
            </a:gsLst>
            <a:lin ang="2700000" scaled="1"/>
          </a:gradFill>
          <a:ln/>
          <a:effectLst>
            <a:outerShdw blurRad="235185" dist="18814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6815" y="1204148"/>
            <a:ext cx="5456296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🧮 Let's Do Math (The Fun Kind!)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6815" y="1618074"/>
            <a:ext cx="5428074" cy="272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friend asks: "Will I like this pizza?"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6815" y="2006130"/>
            <a:ext cx="5343407" cy="526815"/>
          </a:xfrm>
          <a:custGeom>
            <a:avLst/>
            <a:gdLst/>
            <a:ahLst/>
            <a:cxnLst/>
            <a:rect l="l" t="t" r="r" b="b"/>
            <a:pathLst>
              <a:path w="5343407" h="526815">
                <a:moveTo>
                  <a:pt x="112891" y="0"/>
                </a:moveTo>
                <a:lnTo>
                  <a:pt x="5230516" y="0"/>
                </a:lnTo>
                <a:cubicBezTo>
                  <a:pt x="5292864" y="0"/>
                  <a:pt x="5343407" y="50543"/>
                  <a:pt x="5343407" y="112891"/>
                </a:cubicBezTo>
                <a:lnTo>
                  <a:pt x="5343407" y="413924"/>
                </a:lnTo>
                <a:cubicBezTo>
                  <a:pt x="5343407" y="476272"/>
                  <a:pt x="5292864" y="526815"/>
                  <a:pt x="5230516" y="526815"/>
                </a:cubicBezTo>
                <a:lnTo>
                  <a:pt x="112891" y="526815"/>
                </a:lnTo>
                <a:cubicBezTo>
                  <a:pt x="50585" y="526815"/>
                  <a:pt x="0" y="476230"/>
                  <a:pt x="0" y="413924"/>
                </a:cubicBezTo>
                <a:lnTo>
                  <a:pt x="0" y="112891"/>
                </a:lnTo>
                <a:cubicBezTo>
                  <a:pt x="0" y="50543"/>
                  <a:pt x="50543" y="0"/>
                  <a:pt x="11289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9704" y="2119019"/>
            <a:ext cx="5192889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Pizza has: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5111" y="2796352"/>
            <a:ext cx="5625630" cy="3236148"/>
          </a:xfrm>
          <a:custGeom>
            <a:avLst/>
            <a:gdLst/>
            <a:ahLst/>
            <a:cxnLst/>
            <a:rect l="l" t="t" r="r" b="b"/>
            <a:pathLst>
              <a:path w="5625630" h="3236148">
                <a:moveTo>
                  <a:pt x="37630" y="0"/>
                </a:moveTo>
                <a:lnTo>
                  <a:pt x="5475116" y="0"/>
                </a:lnTo>
                <a:cubicBezTo>
                  <a:pt x="5558243" y="0"/>
                  <a:pt x="5625630" y="67387"/>
                  <a:pt x="5625630" y="150513"/>
                </a:cubicBezTo>
                <a:lnTo>
                  <a:pt x="5625630" y="3085635"/>
                </a:lnTo>
                <a:cubicBezTo>
                  <a:pt x="5625630" y="3168761"/>
                  <a:pt x="5558243" y="3236148"/>
                  <a:pt x="5475116" y="3236148"/>
                </a:cubicBezTo>
                <a:lnTo>
                  <a:pt x="37630" y="3236148"/>
                </a:lnTo>
                <a:cubicBezTo>
                  <a:pt x="16861" y="3236148"/>
                  <a:pt x="0" y="3219287"/>
                  <a:pt x="0" y="3198519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1111" dist="9407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5111" y="2796352"/>
            <a:ext cx="37630" cy="3236148"/>
          </a:xfrm>
          <a:custGeom>
            <a:avLst/>
            <a:gdLst/>
            <a:ahLst/>
            <a:cxnLst/>
            <a:rect l="l" t="t" r="r" b="b"/>
            <a:pathLst>
              <a:path w="37630" h="3236148">
                <a:moveTo>
                  <a:pt x="37630" y="0"/>
                </a:moveTo>
                <a:lnTo>
                  <a:pt x="37630" y="0"/>
                </a:lnTo>
                <a:lnTo>
                  <a:pt x="37630" y="3236148"/>
                </a:lnTo>
                <a:lnTo>
                  <a:pt x="37630" y="3236148"/>
                </a:lnTo>
                <a:cubicBezTo>
                  <a:pt x="16861" y="3236148"/>
                  <a:pt x="0" y="3219287"/>
                  <a:pt x="0" y="3198519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4444" y="2946870"/>
            <a:ext cx="5305778" cy="677333"/>
          </a:xfrm>
          <a:custGeom>
            <a:avLst/>
            <a:gdLst/>
            <a:ahLst/>
            <a:cxnLst/>
            <a:rect l="l" t="t" r="r" b="b"/>
            <a:pathLst>
              <a:path w="5305778" h="677333">
                <a:moveTo>
                  <a:pt x="112891" y="0"/>
                </a:moveTo>
                <a:lnTo>
                  <a:pt x="5192887" y="0"/>
                </a:lnTo>
                <a:cubicBezTo>
                  <a:pt x="5255235" y="0"/>
                  <a:pt x="5305778" y="50543"/>
                  <a:pt x="5305778" y="112891"/>
                </a:cubicBezTo>
                <a:lnTo>
                  <a:pt x="5305778" y="564442"/>
                </a:lnTo>
                <a:cubicBezTo>
                  <a:pt x="5305778" y="626790"/>
                  <a:pt x="5255235" y="677333"/>
                  <a:pt x="5192887" y="677333"/>
                </a:cubicBezTo>
                <a:lnTo>
                  <a:pt x="112891" y="677333"/>
                </a:lnTo>
                <a:cubicBezTo>
                  <a:pt x="50543" y="677333"/>
                  <a:pt x="0" y="626790"/>
                  <a:pt x="0" y="564442"/>
                </a:cubicBezTo>
                <a:lnTo>
                  <a:pt x="0" y="112891"/>
                </a:lnTo>
                <a:cubicBezTo>
                  <a:pt x="0" y="50543"/>
                  <a:pt x="50543" y="0"/>
                  <a:pt x="112891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7333" y="3135019"/>
            <a:ext cx="423333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0226" y="3078574"/>
            <a:ext cx="1053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Cheese: YES (1)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0226" y="3304352"/>
            <a:ext cx="104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 Weight 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5778" y="3059759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225778" y="0"/>
                </a:moveTo>
                <a:lnTo>
                  <a:pt x="225778" y="0"/>
                </a:lnTo>
                <a:cubicBezTo>
                  <a:pt x="350388" y="0"/>
                  <a:pt x="451556" y="101168"/>
                  <a:pt x="451556" y="225778"/>
                </a:cubicBezTo>
                <a:lnTo>
                  <a:pt x="451556" y="225778"/>
                </a:lnTo>
                <a:cubicBezTo>
                  <a:pt x="451556" y="350388"/>
                  <a:pt x="350388" y="451556"/>
                  <a:pt x="225778" y="451556"/>
                </a:cubicBezTo>
                <a:lnTo>
                  <a:pt x="225778" y="451556"/>
                </a:lnTo>
                <a:cubicBezTo>
                  <a:pt x="101168" y="451556"/>
                  <a:pt x="0" y="350388"/>
                  <a:pt x="0" y="225778"/>
                </a:cubicBezTo>
                <a:lnTo>
                  <a:pt x="0" y="225778"/>
                </a:lnTo>
                <a:cubicBezTo>
                  <a:pt x="0" y="101168"/>
                  <a:pt x="101168" y="0"/>
                  <a:pt x="225778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79521" y="3153833"/>
            <a:ext cx="197556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4444" y="3699463"/>
            <a:ext cx="5305778" cy="677333"/>
          </a:xfrm>
          <a:custGeom>
            <a:avLst/>
            <a:gdLst/>
            <a:ahLst/>
            <a:cxnLst/>
            <a:rect l="l" t="t" r="r" b="b"/>
            <a:pathLst>
              <a:path w="5305778" h="677333">
                <a:moveTo>
                  <a:pt x="112891" y="0"/>
                </a:moveTo>
                <a:lnTo>
                  <a:pt x="5192887" y="0"/>
                </a:lnTo>
                <a:cubicBezTo>
                  <a:pt x="5255235" y="0"/>
                  <a:pt x="5305778" y="50543"/>
                  <a:pt x="5305778" y="112891"/>
                </a:cubicBezTo>
                <a:lnTo>
                  <a:pt x="5305778" y="564442"/>
                </a:lnTo>
                <a:cubicBezTo>
                  <a:pt x="5305778" y="626790"/>
                  <a:pt x="5255235" y="677333"/>
                  <a:pt x="5192887" y="677333"/>
                </a:cubicBezTo>
                <a:lnTo>
                  <a:pt x="112891" y="677333"/>
                </a:lnTo>
                <a:cubicBezTo>
                  <a:pt x="50543" y="677333"/>
                  <a:pt x="0" y="626790"/>
                  <a:pt x="0" y="564442"/>
                </a:cubicBezTo>
                <a:lnTo>
                  <a:pt x="0" y="112891"/>
                </a:lnTo>
                <a:cubicBezTo>
                  <a:pt x="0" y="50543"/>
                  <a:pt x="50543" y="0"/>
                  <a:pt x="112891" y="0"/>
                </a:cubicBezTo>
                <a:close/>
              </a:path>
            </a:pathLst>
          </a:custGeom>
          <a:solidFill>
            <a:srgbClr val="FF8C4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7333" y="3887611"/>
            <a:ext cx="423333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🌶️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0226" y="3831167"/>
            <a:ext cx="123237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Pepperoni: YES (1)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0226" y="4056944"/>
            <a:ext cx="1222963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 Weight 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05778" y="3812352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225778" y="0"/>
                </a:moveTo>
                <a:lnTo>
                  <a:pt x="225778" y="0"/>
                </a:lnTo>
                <a:cubicBezTo>
                  <a:pt x="350388" y="0"/>
                  <a:pt x="451556" y="101168"/>
                  <a:pt x="451556" y="225778"/>
                </a:cubicBezTo>
                <a:lnTo>
                  <a:pt x="451556" y="225778"/>
                </a:lnTo>
                <a:cubicBezTo>
                  <a:pt x="451556" y="350388"/>
                  <a:pt x="350388" y="451556"/>
                  <a:pt x="225778" y="451556"/>
                </a:cubicBezTo>
                <a:lnTo>
                  <a:pt x="225778" y="451556"/>
                </a:lnTo>
                <a:cubicBezTo>
                  <a:pt x="101168" y="451556"/>
                  <a:pt x="0" y="350388"/>
                  <a:pt x="0" y="225778"/>
                </a:cubicBezTo>
                <a:lnTo>
                  <a:pt x="0" y="225778"/>
                </a:lnTo>
                <a:cubicBezTo>
                  <a:pt x="0" y="101168"/>
                  <a:pt x="101168" y="0"/>
                  <a:pt x="225778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78933" y="3906426"/>
            <a:ext cx="197556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4444" y="4452056"/>
            <a:ext cx="5305778" cy="677333"/>
          </a:xfrm>
          <a:custGeom>
            <a:avLst/>
            <a:gdLst/>
            <a:ahLst/>
            <a:cxnLst/>
            <a:rect l="l" t="t" r="r" b="b"/>
            <a:pathLst>
              <a:path w="5305778" h="677333">
                <a:moveTo>
                  <a:pt x="112891" y="0"/>
                </a:moveTo>
                <a:lnTo>
                  <a:pt x="5192887" y="0"/>
                </a:lnTo>
                <a:cubicBezTo>
                  <a:pt x="5255235" y="0"/>
                  <a:pt x="5305778" y="50543"/>
                  <a:pt x="5305778" y="112891"/>
                </a:cubicBezTo>
                <a:lnTo>
                  <a:pt x="5305778" y="564442"/>
                </a:lnTo>
                <a:cubicBezTo>
                  <a:pt x="5305778" y="626790"/>
                  <a:pt x="5255235" y="677333"/>
                  <a:pt x="5192887" y="677333"/>
                </a:cubicBezTo>
                <a:lnTo>
                  <a:pt x="112891" y="677333"/>
                </a:lnTo>
                <a:cubicBezTo>
                  <a:pt x="50543" y="677333"/>
                  <a:pt x="0" y="626790"/>
                  <a:pt x="0" y="564442"/>
                </a:cubicBezTo>
                <a:lnTo>
                  <a:pt x="0" y="112891"/>
                </a:lnTo>
                <a:cubicBezTo>
                  <a:pt x="0" y="50543"/>
                  <a:pt x="50543" y="0"/>
                  <a:pt x="112891" y="0"/>
                </a:cubicBez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7333" y="4640204"/>
            <a:ext cx="423333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🥦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0226" y="4583759"/>
            <a:ext cx="131703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Vegetables: NO (0)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0226" y="4809537"/>
            <a:ext cx="1307630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 Weight 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05778" y="4564944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225778" y="0"/>
                </a:moveTo>
                <a:lnTo>
                  <a:pt x="225778" y="0"/>
                </a:lnTo>
                <a:cubicBezTo>
                  <a:pt x="350388" y="0"/>
                  <a:pt x="451556" y="101168"/>
                  <a:pt x="451556" y="225778"/>
                </a:cubicBezTo>
                <a:lnTo>
                  <a:pt x="451556" y="225778"/>
                </a:lnTo>
                <a:cubicBezTo>
                  <a:pt x="451556" y="350388"/>
                  <a:pt x="350388" y="451556"/>
                  <a:pt x="225778" y="451556"/>
                </a:cubicBezTo>
                <a:lnTo>
                  <a:pt x="225778" y="451556"/>
                </a:lnTo>
                <a:cubicBezTo>
                  <a:pt x="101168" y="451556"/>
                  <a:pt x="0" y="350388"/>
                  <a:pt x="0" y="225778"/>
                </a:cubicBezTo>
                <a:lnTo>
                  <a:pt x="0" y="225778"/>
                </a:lnTo>
                <a:cubicBezTo>
                  <a:pt x="0" y="101168"/>
                  <a:pt x="101168" y="0"/>
                  <a:pt x="225778" y="0"/>
                </a:cubicBezTo>
                <a:close/>
              </a:path>
            </a:pathLst>
          </a:custGeom>
          <a:solidFill>
            <a:srgbClr val="D1D5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70407" y="4659019"/>
            <a:ext cx="216370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4444" y="5204648"/>
            <a:ext cx="5305778" cy="677333"/>
          </a:xfrm>
          <a:custGeom>
            <a:avLst/>
            <a:gdLst/>
            <a:ahLst/>
            <a:cxnLst/>
            <a:rect l="l" t="t" r="r" b="b"/>
            <a:pathLst>
              <a:path w="5305778" h="677333">
                <a:moveTo>
                  <a:pt x="112891" y="0"/>
                </a:moveTo>
                <a:lnTo>
                  <a:pt x="5192887" y="0"/>
                </a:lnTo>
                <a:cubicBezTo>
                  <a:pt x="5255235" y="0"/>
                  <a:pt x="5305778" y="50543"/>
                  <a:pt x="5305778" y="112891"/>
                </a:cubicBezTo>
                <a:lnTo>
                  <a:pt x="5305778" y="564442"/>
                </a:lnTo>
                <a:cubicBezTo>
                  <a:pt x="5305778" y="626790"/>
                  <a:pt x="5255235" y="677333"/>
                  <a:pt x="5192887" y="677333"/>
                </a:cubicBezTo>
                <a:lnTo>
                  <a:pt x="112891" y="677333"/>
                </a:lnTo>
                <a:cubicBezTo>
                  <a:pt x="50543" y="677333"/>
                  <a:pt x="0" y="626790"/>
                  <a:pt x="0" y="564442"/>
                </a:cubicBezTo>
                <a:lnTo>
                  <a:pt x="0" y="112891"/>
                </a:lnTo>
                <a:cubicBezTo>
                  <a:pt x="0" y="50543"/>
                  <a:pt x="50543" y="0"/>
                  <a:pt x="112891" y="0"/>
                </a:cubicBez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7333" y="5392796"/>
            <a:ext cx="423333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dirty="0">
                <a:solidFill>
                  <a:srgbClr val="99A1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0226" y="5336352"/>
            <a:ext cx="1373481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Mushrooms: NO (0)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0226" y="5562130"/>
            <a:ext cx="1364074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6A72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× Weight 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05778" y="5317537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225778" y="0"/>
                </a:moveTo>
                <a:lnTo>
                  <a:pt x="225778" y="0"/>
                </a:lnTo>
                <a:cubicBezTo>
                  <a:pt x="350388" y="0"/>
                  <a:pt x="451556" y="101168"/>
                  <a:pt x="451556" y="225778"/>
                </a:cubicBezTo>
                <a:lnTo>
                  <a:pt x="451556" y="225778"/>
                </a:lnTo>
                <a:cubicBezTo>
                  <a:pt x="451556" y="350388"/>
                  <a:pt x="350388" y="451556"/>
                  <a:pt x="225778" y="451556"/>
                </a:cubicBezTo>
                <a:lnTo>
                  <a:pt x="225778" y="451556"/>
                </a:lnTo>
                <a:cubicBezTo>
                  <a:pt x="101168" y="451556"/>
                  <a:pt x="0" y="350388"/>
                  <a:pt x="0" y="225778"/>
                </a:cubicBezTo>
                <a:lnTo>
                  <a:pt x="0" y="225778"/>
                </a:lnTo>
                <a:cubicBezTo>
                  <a:pt x="0" y="101168"/>
                  <a:pt x="101168" y="0"/>
                  <a:pt x="225778" y="0"/>
                </a:cubicBezTo>
                <a:close/>
              </a:path>
            </a:pathLst>
          </a:custGeom>
          <a:solidFill>
            <a:srgbClr val="D1D5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70407" y="5411611"/>
            <a:ext cx="216370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6296" y="6145389"/>
            <a:ext cx="5644444" cy="714963"/>
          </a:xfrm>
          <a:custGeom>
            <a:avLst/>
            <a:gdLst/>
            <a:ahLst/>
            <a:cxnLst/>
            <a:rect l="l" t="t" r="r" b="b"/>
            <a:pathLst>
              <a:path w="5644444" h="714963">
                <a:moveTo>
                  <a:pt x="150521" y="0"/>
                </a:moveTo>
                <a:lnTo>
                  <a:pt x="5493923" y="0"/>
                </a:lnTo>
                <a:cubicBezTo>
                  <a:pt x="5577054" y="0"/>
                  <a:pt x="5644444" y="67391"/>
                  <a:pt x="5644444" y="150521"/>
                </a:cubicBezTo>
                <a:lnTo>
                  <a:pt x="5644444" y="564442"/>
                </a:lnTo>
                <a:cubicBezTo>
                  <a:pt x="5644444" y="647572"/>
                  <a:pt x="5577054" y="714963"/>
                  <a:pt x="5493923" y="714963"/>
                </a:cubicBezTo>
                <a:lnTo>
                  <a:pt x="150521" y="714963"/>
                </a:lnTo>
                <a:cubicBezTo>
                  <a:pt x="67446" y="714963"/>
                  <a:pt x="0" y="647517"/>
                  <a:pt x="0" y="564442"/>
                </a:cubicBezTo>
                <a:lnTo>
                  <a:pt x="0" y="150521"/>
                </a:lnTo>
                <a:cubicBezTo>
                  <a:pt x="0" y="67446"/>
                  <a:pt x="67446" y="0"/>
                  <a:pt x="150521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0" scaled="1"/>
          </a:gradFill>
          <a:ln/>
          <a:effectLst>
            <a:outerShdw blurRad="141111" dist="9407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185" y="6371167"/>
            <a:ext cx="1288815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TOTAL SCORE: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45904" y="6258278"/>
            <a:ext cx="2464741" cy="489185"/>
          </a:xfrm>
          <a:custGeom>
            <a:avLst/>
            <a:gdLst/>
            <a:ahLst/>
            <a:cxnLst/>
            <a:rect l="l" t="t" r="r" b="b"/>
            <a:pathLst>
              <a:path w="2464741" h="489185">
                <a:moveTo>
                  <a:pt x="244593" y="0"/>
                </a:moveTo>
                <a:lnTo>
                  <a:pt x="2220148" y="0"/>
                </a:lnTo>
                <a:cubicBezTo>
                  <a:pt x="2355233" y="0"/>
                  <a:pt x="2464741" y="109508"/>
                  <a:pt x="2464741" y="244593"/>
                </a:cubicBezTo>
                <a:lnTo>
                  <a:pt x="2464741" y="244593"/>
                </a:lnTo>
                <a:cubicBezTo>
                  <a:pt x="2464741" y="379677"/>
                  <a:pt x="2355233" y="489185"/>
                  <a:pt x="2220148" y="489185"/>
                </a:cubicBezTo>
                <a:lnTo>
                  <a:pt x="244593" y="489185"/>
                </a:lnTo>
                <a:cubicBezTo>
                  <a:pt x="109508" y="489185"/>
                  <a:pt x="0" y="379677"/>
                  <a:pt x="0" y="244593"/>
                </a:cubicBezTo>
                <a:lnTo>
                  <a:pt x="0" y="244593"/>
                </a:lnTo>
                <a:cubicBezTo>
                  <a:pt x="0" y="109508"/>
                  <a:pt x="109508" y="0"/>
                  <a:pt x="2445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1111" dist="9407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71682" y="6342944"/>
            <a:ext cx="2151503" cy="310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22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+ 8 + 0 + 0 = 17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1259" y="1072444"/>
            <a:ext cx="5644444" cy="4092222"/>
          </a:xfrm>
          <a:custGeom>
            <a:avLst/>
            <a:gdLst/>
            <a:ahLst/>
            <a:cxnLst/>
            <a:rect l="l" t="t" r="r" b="b"/>
            <a:pathLst>
              <a:path w="5644444" h="4092222">
                <a:moveTo>
                  <a:pt x="37630" y="0"/>
                </a:moveTo>
                <a:lnTo>
                  <a:pt x="5606815" y="0"/>
                </a:lnTo>
                <a:cubicBezTo>
                  <a:pt x="5627597" y="0"/>
                  <a:pt x="5644444" y="16847"/>
                  <a:pt x="5644444" y="37630"/>
                </a:cubicBezTo>
                <a:lnTo>
                  <a:pt x="5644444" y="3941710"/>
                </a:lnTo>
                <a:cubicBezTo>
                  <a:pt x="5644444" y="4024836"/>
                  <a:pt x="5577058" y="4092222"/>
                  <a:pt x="5493933" y="4092222"/>
                </a:cubicBezTo>
                <a:lnTo>
                  <a:pt x="150512" y="4092222"/>
                </a:lnTo>
                <a:cubicBezTo>
                  <a:pt x="67386" y="4092222"/>
                  <a:pt x="0" y="4024836"/>
                  <a:pt x="0" y="394171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1111" dist="9407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71259" y="1072444"/>
            <a:ext cx="5644444" cy="37630"/>
          </a:xfrm>
          <a:custGeom>
            <a:avLst/>
            <a:gdLst/>
            <a:ahLst/>
            <a:cxnLst/>
            <a:rect l="l" t="t" r="r" b="b"/>
            <a:pathLst>
              <a:path w="5644444" h="37630">
                <a:moveTo>
                  <a:pt x="37630" y="0"/>
                </a:moveTo>
                <a:lnTo>
                  <a:pt x="5606815" y="0"/>
                </a:lnTo>
                <a:cubicBezTo>
                  <a:pt x="5627597" y="0"/>
                  <a:pt x="5644444" y="16847"/>
                  <a:pt x="5644444" y="37630"/>
                </a:cubicBezTo>
                <a:lnTo>
                  <a:pt x="5644444" y="37630"/>
                </a:lnTo>
                <a:lnTo>
                  <a:pt x="0" y="37630"/>
                </a:ln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21778" y="1279407"/>
            <a:ext cx="282222" cy="225778"/>
          </a:xfrm>
          <a:custGeom>
            <a:avLst/>
            <a:gdLst/>
            <a:ahLst/>
            <a:cxnLst/>
            <a:rect l="l" t="t" r="r" b="b"/>
            <a:pathLst>
              <a:path w="282222" h="225778">
                <a:moveTo>
                  <a:pt x="183400" y="92825"/>
                </a:moveTo>
                <a:cubicBezTo>
                  <a:pt x="188780" y="91369"/>
                  <a:pt x="194425" y="93927"/>
                  <a:pt x="196850" y="98910"/>
                </a:cubicBezTo>
                <a:lnTo>
                  <a:pt x="205052" y="115491"/>
                </a:lnTo>
                <a:cubicBezTo>
                  <a:pt x="209594" y="116108"/>
                  <a:pt x="214048" y="117343"/>
                  <a:pt x="218237" y="119063"/>
                </a:cubicBezTo>
                <a:lnTo>
                  <a:pt x="233671" y="108788"/>
                </a:lnTo>
                <a:cubicBezTo>
                  <a:pt x="238301" y="105701"/>
                  <a:pt x="244431" y="106318"/>
                  <a:pt x="248356" y="110243"/>
                </a:cubicBezTo>
                <a:lnTo>
                  <a:pt x="256822" y="118710"/>
                </a:lnTo>
                <a:cubicBezTo>
                  <a:pt x="260747" y="122634"/>
                  <a:pt x="261364" y="128808"/>
                  <a:pt x="258277" y="133394"/>
                </a:cubicBezTo>
                <a:lnTo>
                  <a:pt x="248003" y="148784"/>
                </a:lnTo>
                <a:cubicBezTo>
                  <a:pt x="248841" y="150857"/>
                  <a:pt x="249590" y="153017"/>
                  <a:pt x="250208" y="155266"/>
                </a:cubicBezTo>
                <a:cubicBezTo>
                  <a:pt x="250825" y="157515"/>
                  <a:pt x="251222" y="159720"/>
                  <a:pt x="251531" y="161969"/>
                </a:cubicBezTo>
                <a:lnTo>
                  <a:pt x="268155" y="170171"/>
                </a:lnTo>
                <a:cubicBezTo>
                  <a:pt x="273138" y="172641"/>
                  <a:pt x="275696" y="178285"/>
                  <a:pt x="274241" y="183621"/>
                </a:cubicBezTo>
                <a:lnTo>
                  <a:pt x="271154" y="195174"/>
                </a:lnTo>
                <a:cubicBezTo>
                  <a:pt x="269699" y="200510"/>
                  <a:pt x="264716" y="204126"/>
                  <a:pt x="259159" y="203773"/>
                </a:cubicBezTo>
                <a:lnTo>
                  <a:pt x="240639" y="202583"/>
                </a:lnTo>
                <a:cubicBezTo>
                  <a:pt x="237860" y="206155"/>
                  <a:pt x="234641" y="209462"/>
                  <a:pt x="230981" y="212284"/>
                </a:cubicBezTo>
                <a:lnTo>
                  <a:pt x="232172" y="230761"/>
                </a:lnTo>
                <a:cubicBezTo>
                  <a:pt x="232525" y="236317"/>
                  <a:pt x="228909" y="241344"/>
                  <a:pt x="223573" y="242755"/>
                </a:cubicBezTo>
                <a:lnTo>
                  <a:pt x="212019" y="245842"/>
                </a:lnTo>
                <a:cubicBezTo>
                  <a:pt x="206640" y="247297"/>
                  <a:pt x="201039" y="244740"/>
                  <a:pt x="198570" y="239757"/>
                </a:cubicBezTo>
                <a:lnTo>
                  <a:pt x="190368" y="223176"/>
                </a:lnTo>
                <a:cubicBezTo>
                  <a:pt x="185826" y="222559"/>
                  <a:pt x="181372" y="221324"/>
                  <a:pt x="177183" y="219604"/>
                </a:cubicBezTo>
                <a:lnTo>
                  <a:pt x="161749" y="229879"/>
                </a:lnTo>
                <a:cubicBezTo>
                  <a:pt x="157118" y="232966"/>
                  <a:pt x="150989" y="232348"/>
                  <a:pt x="147064" y="228424"/>
                </a:cubicBezTo>
                <a:lnTo>
                  <a:pt x="138598" y="219957"/>
                </a:lnTo>
                <a:cubicBezTo>
                  <a:pt x="134673" y="216032"/>
                  <a:pt x="134056" y="209903"/>
                  <a:pt x="137142" y="205273"/>
                </a:cubicBezTo>
                <a:lnTo>
                  <a:pt x="147417" y="189839"/>
                </a:lnTo>
                <a:cubicBezTo>
                  <a:pt x="146579" y="187766"/>
                  <a:pt x="145830" y="185605"/>
                  <a:pt x="145212" y="183356"/>
                </a:cubicBezTo>
                <a:cubicBezTo>
                  <a:pt x="144595" y="181107"/>
                  <a:pt x="144198" y="178858"/>
                  <a:pt x="143889" y="176653"/>
                </a:cubicBezTo>
                <a:lnTo>
                  <a:pt x="127265" y="168451"/>
                </a:lnTo>
                <a:cubicBezTo>
                  <a:pt x="122282" y="165982"/>
                  <a:pt x="119768" y="160338"/>
                  <a:pt x="121179" y="155002"/>
                </a:cubicBezTo>
                <a:lnTo>
                  <a:pt x="124266" y="143448"/>
                </a:lnTo>
                <a:cubicBezTo>
                  <a:pt x="125721" y="138113"/>
                  <a:pt x="130704" y="134497"/>
                  <a:pt x="136260" y="134849"/>
                </a:cubicBezTo>
                <a:lnTo>
                  <a:pt x="154737" y="136040"/>
                </a:lnTo>
                <a:cubicBezTo>
                  <a:pt x="157515" y="132468"/>
                  <a:pt x="160734" y="129161"/>
                  <a:pt x="164394" y="126339"/>
                </a:cubicBezTo>
                <a:lnTo>
                  <a:pt x="163204" y="107906"/>
                </a:lnTo>
                <a:cubicBezTo>
                  <a:pt x="162851" y="102350"/>
                  <a:pt x="166467" y="97323"/>
                  <a:pt x="171803" y="95911"/>
                </a:cubicBezTo>
                <a:lnTo>
                  <a:pt x="183356" y="92825"/>
                </a:lnTo>
                <a:close/>
                <a:moveTo>
                  <a:pt x="197732" y="149931"/>
                </a:moveTo>
                <a:cubicBezTo>
                  <a:pt x="187023" y="149943"/>
                  <a:pt x="178339" y="158647"/>
                  <a:pt x="178351" y="169355"/>
                </a:cubicBezTo>
                <a:cubicBezTo>
                  <a:pt x="178363" y="180064"/>
                  <a:pt x="187067" y="188748"/>
                  <a:pt x="197776" y="188736"/>
                </a:cubicBezTo>
                <a:cubicBezTo>
                  <a:pt x="208485" y="188724"/>
                  <a:pt x="217169" y="180020"/>
                  <a:pt x="217157" y="169311"/>
                </a:cubicBezTo>
                <a:cubicBezTo>
                  <a:pt x="217145" y="158603"/>
                  <a:pt x="208441" y="149918"/>
                  <a:pt x="197732" y="149931"/>
                </a:cubicBezTo>
                <a:close/>
                <a:moveTo>
                  <a:pt x="99175" y="-20064"/>
                </a:moveTo>
                <a:lnTo>
                  <a:pt x="110728" y="-16977"/>
                </a:lnTo>
                <a:cubicBezTo>
                  <a:pt x="116064" y="-15522"/>
                  <a:pt x="119680" y="-10495"/>
                  <a:pt x="119327" y="-4983"/>
                </a:cubicBezTo>
                <a:lnTo>
                  <a:pt x="118136" y="13450"/>
                </a:lnTo>
                <a:cubicBezTo>
                  <a:pt x="121797" y="16272"/>
                  <a:pt x="125016" y="19535"/>
                  <a:pt x="127794" y="23151"/>
                </a:cubicBezTo>
                <a:lnTo>
                  <a:pt x="146315" y="21960"/>
                </a:lnTo>
                <a:cubicBezTo>
                  <a:pt x="151827" y="21608"/>
                  <a:pt x="156854" y="25224"/>
                  <a:pt x="158309" y="30559"/>
                </a:cubicBezTo>
                <a:lnTo>
                  <a:pt x="161396" y="42113"/>
                </a:lnTo>
                <a:cubicBezTo>
                  <a:pt x="162807" y="47449"/>
                  <a:pt x="160293" y="53093"/>
                  <a:pt x="155310" y="55563"/>
                </a:cubicBezTo>
                <a:lnTo>
                  <a:pt x="138686" y="63765"/>
                </a:lnTo>
                <a:cubicBezTo>
                  <a:pt x="138377" y="66014"/>
                  <a:pt x="137936" y="68263"/>
                  <a:pt x="137363" y="70467"/>
                </a:cubicBezTo>
                <a:cubicBezTo>
                  <a:pt x="136790" y="72672"/>
                  <a:pt x="135996" y="74877"/>
                  <a:pt x="135158" y="76950"/>
                </a:cubicBezTo>
                <a:lnTo>
                  <a:pt x="145433" y="92384"/>
                </a:lnTo>
                <a:cubicBezTo>
                  <a:pt x="148519" y="97014"/>
                  <a:pt x="147902" y="103143"/>
                  <a:pt x="143977" y="107068"/>
                </a:cubicBezTo>
                <a:lnTo>
                  <a:pt x="135511" y="115535"/>
                </a:lnTo>
                <a:cubicBezTo>
                  <a:pt x="131586" y="119459"/>
                  <a:pt x="125457" y="120077"/>
                  <a:pt x="120826" y="116990"/>
                </a:cubicBezTo>
                <a:lnTo>
                  <a:pt x="105392" y="106715"/>
                </a:lnTo>
                <a:cubicBezTo>
                  <a:pt x="101203" y="108435"/>
                  <a:pt x="96749" y="109670"/>
                  <a:pt x="92207" y="110287"/>
                </a:cubicBezTo>
                <a:lnTo>
                  <a:pt x="84005" y="126868"/>
                </a:lnTo>
                <a:cubicBezTo>
                  <a:pt x="81536" y="131851"/>
                  <a:pt x="75891" y="134364"/>
                  <a:pt x="70556" y="132953"/>
                </a:cubicBezTo>
                <a:lnTo>
                  <a:pt x="59002" y="129866"/>
                </a:lnTo>
                <a:cubicBezTo>
                  <a:pt x="53622" y="128411"/>
                  <a:pt x="50050" y="123384"/>
                  <a:pt x="50403" y="117872"/>
                </a:cubicBezTo>
                <a:lnTo>
                  <a:pt x="51594" y="99395"/>
                </a:lnTo>
                <a:cubicBezTo>
                  <a:pt x="47934" y="96573"/>
                  <a:pt x="44715" y="93310"/>
                  <a:pt x="41936" y="89694"/>
                </a:cubicBezTo>
                <a:lnTo>
                  <a:pt x="23416" y="90884"/>
                </a:lnTo>
                <a:cubicBezTo>
                  <a:pt x="17903" y="91237"/>
                  <a:pt x="12876" y="87621"/>
                  <a:pt x="11421" y="82285"/>
                </a:cubicBezTo>
                <a:lnTo>
                  <a:pt x="8334" y="70732"/>
                </a:lnTo>
                <a:cubicBezTo>
                  <a:pt x="6923" y="65396"/>
                  <a:pt x="9437" y="59752"/>
                  <a:pt x="14420" y="57282"/>
                </a:cubicBezTo>
                <a:lnTo>
                  <a:pt x="31044" y="49080"/>
                </a:lnTo>
                <a:cubicBezTo>
                  <a:pt x="31353" y="46831"/>
                  <a:pt x="31794" y="44626"/>
                  <a:pt x="32367" y="42377"/>
                </a:cubicBezTo>
                <a:cubicBezTo>
                  <a:pt x="32985" y="40128"/>
                  <a:pt x="33690" y="37968"/>
                  <a:pt x="34572" y="35895"/>
                </a:cubicBezTo>
                <a:lnTo>
                  <a:pt x="24298" y="20505"/>
                </a:lnTo>
                <a:cubicBezTo>
                  <a:pt x="21211" y="15875"/>
                  <a:pt x="21828" y="9745"/>
                  <a:pt x="25753" y="5821"/>
                </a:cubicBezTo>
                <a:lnTo>
                  <a:pt x="34219" y="-2646"/>
                </a:lnTo>
                <a:cubicBezTo>
                  <a:pt x="38144" y="-6570"/>
                  <a:pt x="44274" y="-7188"/>
                  <a:pt x="48904" y="-4101"/>
                </a:cubicBezTo>
                <a:lnTo>
                  <a:pt x="64338" y="6174"/>
                </a:lnTo>
                <a:cubicBezTo>
                  <a:pt x="68527" y="4454"/>
                  <a:pt x="72981" y="3219"/>
                  <a:pt x="77523" y="2602"/>
                </a:cubicBezTo>
                <a:lnTo>
                  <a:pt x="85725" y="-13979"/>
                </a:lnTo>
                <a:cubicBezTo>
                  <a:pt x="88194" y="-18962"/>
                  <a:pt x="93795" y="-21475"/>
                  <a:pt x="99175" y="-20064"/>
                </a:cubicBezTo>
                <a:close/>
                <a:moveTo>
                  <a:pt x="84843" y="37042"/>
                </a:moveTo>
                <a:cubicBezTo>
                  <a:pt x="74134" y="37042"/>
                  <a:pt x="65440" y="45736"/>
                  <a:pt x="65440" y="56444"/>
                </a:cubicBezTo>
                <a:cubicBezTo>
                  <a:pt x="65440" y="67153"/>
                  <a:pt x="74134" y="75847"/>
                  <a:pt x="84843" y="75847"/>
                </a:cubicBezTo>
                <a:cubicBezTo>
                  <a:pt x="95552" y="75847"/>
                  <a:pt x="104246" y="67153"/>
                  <a:pt x="104246" y="56444"/>
                </a:cubicBezTo>
                <a:cubicBezTo>
                  <a:pt x="104246" y="45736"/>
                  <a:pt x="95552" y="37042"/>
                  <a:pt x="84843" y="37042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04000" y="1241778"/>
            <a:ext cx="5174074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This is EXACTLY how AI makes decisions!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21778" y="1655704"/>
            <a:ext cx="5343407" cy="602074"/>
          </a:xfrm>
          <a:custGeom>
            <a:avLst/>
            <a:gdLst/>
            <a:ahLst/>
            <a:cxnLst/>
            <a:rect l="l" t="t" r="r" b="b"/>
            <a:pathLst>
              <a:path w="5343407" h="602074">
                <a:moveTo>
                  <a:pt x="112889" y="0"/>
                </a:moveTo>
                <a:lnTo>
                  <a:pt x="5230519" y="0"/>
                </a:lnTo>
                <a:cubicBezTo>
                  <a:pt x="5292865" y="0"/>
                  <a:pt x="5343407" y="50542"/>
                  <a:pt x="5343407" y="112889"/>
                </a:cubicBezTo>
                <a:lnTo>
                  <a:pt x="5343407" y="489185"/>
                </a:lnTo>
                <a:cubicBezTo>
                  <a:pt x="5343407" y="551532"/>
                  <a:pt x="5292865" y="602074"/>
                  <a:pt x="5230519" y="602074"/>
                </a:cubicBezTo>
                <a:lnTo>
                  <a:pt x="112889" y="602074"/>
                </a:lnTo>
                <a:cubicBezTo>
                  <a:pt x="50542" y="602074"/>
                  <a:pt x="0" y="551532"/>
                  <a:pt x="0" y="489185"/>
                </a:cubicBezTo>
                <a:lnTo>
                  <a:pt x="0" y="112889"/>
                </a:lnTo>
                <a:cubicBezTo>
                  <a:pt x="0" y="50584"/>
                  <a:pt x="50584" y="0"/>
                  <a:pt x="112889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434667" y="1768593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188148" y="0"/>
                </a:moveTo>
                <a:lnTo>
                  <a:pt x="188148" y="0"/>
                </a:lnTo>
                <a:cubicBezTo>
                  <a:pt x="291990" y="0"/>
                  <a:pt x="376296" y="84306"/>
                  <a:pt x="376296" y="188148"/>
                </a:cubicBezTo>
                <a:lnTo>
                  <a:pt x="376296" y="188148"/>
                </a:lnTo>
                <a:cubicBezTo>
                  <a:pt x="376296" y="291990"/>
                  <a:pt x="291990" y="376296"/>
                  <a:pt x="188148" y="376296"/>
                </a:cubicBezTo>
                <a:lnTo>
                  <a:pt x="188148" y="376296"/>
                </a:lnTo>
                <a:cubicBezTo>
                  <a:pt x="84306" y="376296"/>
                  <a:pt x="0" y="291990"/>
                  <a:pt x="0" y="188148"/>
                </a:cubicBezTo>
                <a:lnTo>
                  <a:pt x="0" y="188148"/>
                </a:lnTo>
                <a:cubicBezTo>
                  <a:pt x="0" y="84306"/>
                  <a:pt x="84306" y="0"/>
                  <a:pt x="188148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87630" y="1768593"/>
            <a:ext cx="470370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23852" y="1768593"/>
            <a:ext cx="2361259" cy="282222"/>
          </a:xfrm>
          <a:prstGeom prst="rect">
            <a:avLst/>
          </a:prstGeom>
          <a:noFill/>
          <a:ln/>
        </p:spPr>
        <p:txBody>
          <a:bodyPr wrap="square" lIns="0" tIns="3763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Looks at all the information</a:t>
            </a:r>
            <a:r>
              <a:rPr lang="en-US" sz="1185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(inputs)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1778" y="2333037"/>
            <a:ext cx="5343407" cy="602074"/>
          </a:xfrm>
          <a:custGeom>
            <a:avLst/>
            <a:gdLst/>
            <a:ahLst/>
            <a:cxnLst/>
            <a:rect l="l" t="t" r="r" b="b"/>
            <a:pathLst>
              <a:path w="5343407" h="602074">
                <a:moveTo>
                  <a:pt x="112889" y="0"/>
                </a:moveTo>
                <a:lnTo>
                  <a:pt x="5230519" y="0"/>
                </a:lnTo>
                <a:cubicBezTo>
                  <a:pt x="5292865" y="0"/>
                  <a:pt x="5343407" y="50542"/>
                  <a:pt x="5343407" y="112889"/>
                </a:cubicBezTo>
                <a:lnTo>
                  <a:pt x="5343407" y="489185"/>
                </a:lnTo>
                <a:cubicBezTo>
                  <a:pt x="5343407" y="551532"/>
                  <a:pt x="5292865" y="602074"/>
                  <a:pt x="5230519" y="602074"/>
                </a:cubicBezTo>
                <a:lnTo>
                  <a:pt x="112889" y="602074"/>
                </a:lnTo>
                <a:cubicBezTo>
                  <a:pt x="50542" y="602074"/>
                  <a:pt x="0" y="551532"/>
                  <a:pt x="0" y="489185"/>
                </a:cubicBezTo>
                <a:lnTo>
                  <a:pt x="0" y="112889"/>
                </a:lnTo>
                <a:cubicBezTo>
                  <a:pt x="0" y="50584"/>
                  <a:pt x="50584" y="0"/>
                  <a:pt x="112889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434667" y="2445926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188148" y="0"/>
                </a:moveTo>
                <a:lnTo>
                  <a:pt x="188148" y="0"/>
                </a:lnTo>
                <a:cubicBezTo>
                  <a:pt x="291990" y="0"/>
                  <a:pt x="376296" y="84306"/>
                  <a:pt x="376296" y="188148"/>
                </a:cubicBezTo>
                <a:lnTo>
                  <a:pt x="376296" y="188148"/>
                </a:lnTo>
                <a:cubicBezTo>
                  <a:pt x="376296" y="291990"/>
                  <a:pt x="291990" y="376296"/>
                  <a:pt x="188148" y="376296"/>
                </a:cubicBezTo>
                <a:lnTo>
                  <a:pt x="188148" y="376296"/>
                </a:lnTo>
                <a:cubicBezTo>
                  <a:pt x="84306" y="376296"/>
                  <a:pt x="0" y="291990"/>
                  <a:pt x="0" y="188148"/>
                </a:cubicBezTo>
                <a:lnTo>
                  <a:pt x="0" y="188148"/>
                </a:lnTo>
                <a:cubicBezTo>
                  <a:pt x="0" y="84306"/>
                  <a:pt x="84306" y="0"/>
                  <a:pt x="188148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87630" y="2445926"/>
            <a:ext cx="470370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23852" y="2445926"/>
            <a:ext cx="3179704" cy="282222"/>
          </a:xfrm>
          <a:prstGeom prst="rect">
            <a:avLst/>
          </a:prstGeom>
          <a:noFill/>
          <a:ln/>
        </p:spPr>
        <p:txBody>
          <a:bodyPr wrap="square" lIns="0" tIns="3763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Multiplies each piece by its weight</a:t>
            </a:r>
            <a:r>
              <a:rPr lang="en-US" sz="1185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(importance)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1778" y="3010370"/>
            <a:ext cx="5343407" cy="602074"/>
          </a:xfrm>
          <a:custGeom>
            <a:avLst/>
            <a:gdLst/>
            <a:ahLst/>
            <a:cxnLst/>
            <a:rect l="l" t="t" r="r" b="b"/>
            <a:pathLst>
              <a:path w="5343407" h="602074">
                <a:moveTo>
                  <a:pt x="112889" y="0"/>
                </a:moveTo>
                <a:lnTo>
                  <a:pt x="5230519" y="0"/>
                </a:lnTo>
                <a:cubicBezTo>
                  <a:pt x="5292865" y="0"/>
                  <a:pt x="5343407" y="50542"/>
                  <a:pt x="5343407" y="112889"/>
                </a:cubicBezTo>
                <a:lnTo>
                  <a:pt x="5343407" y="489185"/>
                </a:lnTo>
                <a:cubicBezTo>
                  <a:pt x="5343407" y="551532"/>
                  <a:pt x="5292865" y="602074"/>
                  <a:pt x="5230519" y="602074"/>
                </a:cubicBezTo>
                <a:lnTo>
                  <a:pt x="112889" y="602074"/>
                </a:lnTo>
                <a:cubicBezTo>
                  <a:pt x="50542" y="602074"/>
                  <a:pt x="0" y="551532"/>
                  <a:pt x="0" y="489185"/>
                </a:cubicBezTo>
                <a:lnTo>
                  <a:pt x="0" y="112889"/>
                </a:lnTo>
                <a:cubicBezTo>
                  <a:pt x="0" y="50584"/>
                  <a:pt x="50584" y="0"/>
                  <a:pt x="11288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434667" y="3123259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188148" y="0"/>
                </a:moveTo>
                <a:lnTo>
                  <a:pt x="188148" y="0"/>
                </a:lnTo>
                <a:cubicBezTo>
                  <a:pt x="291990" y="0"/>
                  <a:pt x="376296" y="84306"/>
                  <a:pt x="376296" y="188148"/>
                </a:cubicBezTo>
                <a:lnTo>
                  <a:pt x="376296" y="188148"/>
                </a:lnTo>
                <a:cubicBezTo>
                  <a:pt x="376296" y="291990"/>
                  <a:pt x="291990" y="376296"/>
                  <a:pt x="188148" y="376296"/>
                </a:cubicBezTo>
                <a:lnTo>
                  <a:pt x="188148" y="376296"/>
                </a:lnTo>
                <a:cubicBezTo>
                  <a:pt x="84306" y="376296"/>
                  <a:pt x="0" y="291990"/>
                  <a:pt x="0" y="188148"/>
                </a:cubicBezTo>
                <a:lnTo>
                  <a:pt x="0" y="188148"/>
                </a:lnTo>
                <a:cubicBezTo>
                  <a:pt x="0" y="84306"/>
                  <a:pt x="84306" y="0"/>
                  <a:pt x="188148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87630" y="3123259"/>
            <a:ext cx="470370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23852" y="3198519"/>
            <a:ext cx="1341144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Adds everything up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21778" y="3687704"/>
            <a:ext cx="5343407" cy="602074"/>
          </a:xfrm>
          <a:custGeom>
            <a:avLst/>
            <a:gdLst/>
            <a:ahLst/>
            <a:cxnLst/>
            <a:rect l="l" t="t" r="r" b="b"/>
            <a:pathLst>
              <a:path w="5343407" h="602074">
                <a:moveTo>
                  <a:pt x="112889" y="0"/>
                </a:moveTo>
                <a:lnTo>
                  <a:pt x="5230519" y="0"/>
                </a:lnTo>
                <a:cubicBezTo>
                  <a:pt x="5292865" y="0"/>
                  <a:pt x="5343407" y="50542"/>
                  <a:pt x="5343407" y="112889"/>
                </a:cubicBezTo>
                <a:lnTo>
                  <a:pt x="5343407" y="489185"/>
                </a:lnTo>
                <a:cubicBezTo>
                  <a:pt x="5343407" y="551532"/>
                  <a:pt x="5292865" y="602074"/>
                  <a:pt x="5230519" y="602074"/>
                </a:cubicBezTo>
                <a:lnTo>
                  <a:pt x="112889" y="602074"/>
                </a:lnTo>
                <a:cubicBezTo>
                  <a:pt x="50542" y="602074"/>
                  <a:pt x="0" y="551532"/>
                  <a:pt x="0" y="489185"/>
                </a:cubicBezTo>
                <a:lnTo>
                  <a:pt x="0" y="112889"/>
                </a:lnTo>
                <a:cubicBezTo>
                  <a:pt x="0" y="50584"/>
                  <a:pt x="50584" y="0"/>
                  <a:pt x="112889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434667" y="3800593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188148" y="0"/>
                </a:moveTo>
                <a:lnTo>
                  <a:pt x="188148" y="0"/>
                </a:lnTo>
                <a:cubicBezTo>
                  <a:pt x="291990" y="0"/>
                  <a:pt x="376296" y="84306"/>
                  <a:pt x="376296" y="188148"/>
                </a:cubicBezTo>
                <a:lnTo>
                  <a:pt x="376296" y="188148"/>
                </a:lnTo>
                <a:cubicBezTo>
                  <a:pt x="376296" y="291990"/>
                  <a:pt x="291990" y="376296"/>
                  <a:pt x="188148" y="376296"/>
                </a:cubicBezTo>
                <a:lnTo>
                  <a:pt x="188148" y="376296"/>
                </a:lnTo>
                <a:cubicBezTo>
                  <a:pt x="84306" y="376296"/>
                  <a:pt x="0" y="291990"/>
                  <a:pt x="0" y="188148"/>
                </a:cubicBezTo>
                <a:lnTo>
                  <a:pt x="0" y="188148"/>
                </a:lnTo>
                <a:cubicBezTo>
                  <a:pt x="0" y="84306"/>
                  <a:pt x="84306" y="0"/>
                  <a:pt x="188148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87630" y="3800593"/>
            <a:ext cx="470370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23852" y="3875852"/>
            <a:ext cx="1341731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Makes a prediction!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80667" y="5286963"/>
            <a:ext cx="5625630" cy="583259"/>
          </a:xfrm>
          <a:custGeom>
            <a:avLst/>
            <a:gdLst/>
            <a:ahLst/>
            <a:cxnLst/>
            <a:rect l="l" t="t" r="r" b="b"/>
            <a:pathLst>
              <a:path w="5625630" h="583259">
                <a:moveTo>
                  <a:pt x="150516" y="0"/>
                </a:moveTo>
                <a:lnTo>
                  <a:pt x="5475114" y="0"/>
                </a:lnTo>
                <a:cubicBezTo>
                  <a:pt x="5558186" y="0"/>
                  <a:pt x="5625630" y="67444"/>
                  <a:pt x="5625630" y="150516"/>
                </a:cubicBezTo>
                <a:lnTo>
                  <a:pt x="5625630" y="432743"/>
                </a:lnTo>
                <a:cubicBezTo>
                  <a:pt x="5625630" y="515871"/>
                  <a:pt x="5558241" y="583259"/>
                  <a:pt x="5475114" y="583259"/>
                </a:cubicBezTo>
                <a:lnTo>
                  <a:pt x="150516" y="583259"/>
                </a:lnTo>
                <a:cubicBezTo>
                  <a:pt x="67444" y="583259"/>
                  <a:pt x="0" y="515815"/>
                  <a:pt x="0" y="432743"/>
                </a:cubicBezTo>
                <a:lnTo>
                  <a:pt x="0" y="150516"/>
                </a:lnTo>
                <a:cubicBezTo>
                  <a:pt x="0" y="67444"/>
                  <a:pt x="67444" y="0"/>
                  <a:pt x="150516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061729" y="5484519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02361" y="-6251"/>
                </a:moveTo>
                <a:cubicBezTo>
                  <a:pt x="101005" y="-8897"/>
                  <a:pt x="98260" y="-10583"/>
                  <a:pt x="95283" y="-10583"/>
                </a:cubicBezTo>
                <a:cubicBezTo>
                  <a:pt x="92307" y="-10583"/>
                  <a:pt x="89561" y="-8897"/>
                  <a:pt x="88205" y="-6251"/>
                </a:cubicBezTo>
                <a:lnTo>
                  <a:pt x="63864" y="41440"/>
                </a:lnTo>
                <a:lnTo>
                  <a:pt x="10980" y="49841"/>
                </a:lnTo>
                <a:cubicBezTo>
                  <a:pt x="8037" y="50304"/>
                  <a:pt x="5589" y="52388"/>
                  <a:pt x="4663" y="55232"/>
                </a:cubicBezTo>
                <a:cubicBezTo>
                  <a:pt x="3737" y="58076"/>
                  <a:pt x="4498" y="61185"/>
                  <a:pt x="6582" y="63302"/>
                </a:cubicBezTo>
                <a:lnTo>
                  <a:pt x="44417" y="101170"/>
                </a:lnTo>
                <a:lnTo>
                  <a:pt x="36083" y="154054"/>
                </a:lnTo>
                <a:cubicBezTo>
                  <a:pt x="35620" y="156997"/>
                  <a:pt x="36843" y="159974"/>
                  <a:pt x="39258" y="161727"/>
                </a:cubicBezTo>
                <a:cubicBezTo>
                  <a:pt x="41672" y="163479"/>
                  <a:pt x="44847" y="163744"/>
                  <a:pt x="47526" y="162388"/>
                </a:cubicBezTo>
                <a:lnTo>
                  <a:pt x="95283" y="138113"/>
                </a:lnTo>
                <a:lnTo>
                  <a:pt x="143007" y="162388"/>
                </a:lnTo>
                <a:cubicBezTo>
                  <a:pt x="145653" y="163744"/>
                  <a:pt x="148861" y="163479"/>
                  <a:pt x="151276" y="161727"/>
                </a:cubicBezTo>
                <a:cubicBezTo>
                  <a:pt x="153690" y="159974"/>
                  <a:pt x="154914" y="157030"/>
                  <a:pt x="154451" y="154054"/>
                </a:cubicBezTo>
                <a:lnTo>
                  <a:pt x="146083" y="101170"/>
                </a:lnTo>
                <a:lnTo>
                  <a:pt x="183918" y="63302"/>
                </a:lnTo>
                <a:cubicBezTo>
                  <a:pt x="186035" y="61185"/>
                  <a:pt x="186763" y="58076"/>
                  <a:pt x="185837" y="55232"/>
                </a:cubicBezTo>
                <a:cubicBezTo>
                  <a:pt x="184911" y="52388"/>
                  <a:pt x="182496" y="50304"/>
                  <a:pt x="179520" y="49841"/>
                </a:cubicBezTo>
                <a:lnTo>
                  <a:pt x="126669" y="41440"/>
                </a:lnTo>
                <a:lnTo>
                  <a:pt x="102361" y="-6251"/>
                </a:ln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570377" y="5446889"/>
            <a:ext cx="5118326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score = Your friend will probably love it! 🎉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71259" y="5992519"/>
            <a:ext cx="5644444" cy="865481"/>
          </a:xfrm>
          <a:custGeom>
            <a:avLst/>
            <a:gdLst/>
            <a:ahLst/>
            <a:cxnLst/>
            <a:rect l="l" t="t" r="r" b="b"/>
            <a:pathLst>
              <a:path w="5644444" h="865481">
                <a:moveTo>
                  <a:pt x="150516" y="0"/>
                </a:moveTo>
                <a:lnTo>
                  <a:pt x="5493929" y="0"/>
                </a:lnTo>
                <a:cubicBezTo>
                  <a:pt x="5577001" y="0"/>
                  <a:pt x="5644444" y="67444"/>
                  <a:pt x="5644444" y="150516"/>
                </a:cubicBezTo>
                <a:lnTo>
                  <a:pt x="5644444" y="714966"/>
                </a:lnTo>
                <a:cubicBezTo>
                  <a:pt x="5644444" y="798093"/>
                  <a:pt x="5577056" y="865481"/>
                  <a:pt x="5493929" y="865481"/>
                </a:cubicBezTo>
                <a:lnTo>
                  <a:pt x="150516" y="865481"/>
                </a:lnTo>
                <a:cubicBezTo>
                  <a:pt x="67444" y="865481"/>
                  <a:pt x="0" y="798038"/>
                  <a:pt x="0" y="714966"/>
                </a:cubicBezTo>
                <a:lnTo>
                  <a:pt x="0" y="150516"/>
                </a:lnTo>
                <a:cubicBezTo>
                  <a:pt x="0" y="67444"/>
                  <a:pt x="67444" y="0"/>
                  <a:pt x="150516" y="0"/>
                </a:cubicBezTo>
                <a:close/>
              </a:path>
            </a:pathLst>
          </a:custGeom>
          <a:solidFill>
            <a:srgbClr val="2C3E50"/>
          </a:solidFill>
          <a:ln/>
          <a:effectLst>
            <a:outerShdw blurRad="141111" dist="9407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294731" y="6143037"/>
            <a:ext cx="148167" cy="131704"/>
          </a:xfrm>
          <a:custGeom>
            <a:avLst/>
            <a:gdLst/>
            <a:ahLst/>
            <a:cxnLst/>
            <a:rect l="l" t="t" r="r" b="b"/>
            <a:pathLst>
              <a:path w="148167" h="131704">
                <a:moveTo>
                  <a:pt x="12347" y="50366"/>
                </a:moveTo>
                <a:lnTo>
                  <a:pt x="66161" y="72514"/>
                </a:lnTo>
                <a:cubicBezTo>
                  <a:pt x="68681" y="73543"/>
                  <a:pt x="71357" y="74083"/>
                  <a:pt x="74083" y="74083"/>
                </a:cubicBezTo>
                <a:cubicBezTo>
                  <a:pt x="76810" y="74083"/>
                  <a:pt x="79485" y="73543"/>
                  <a:pt x="82006" y="72514"/>
                </a:cubicBezTo>
                <a:lnTo>
                  <a:pt x="144360" y="46842"/>
                </a:lnTo>
                <a:cubicBezTo>
                  <a:pt x="146675" y="45891"/>
                  <a:pt x="148167" y="43653"/>
                  <a:pt x="148167" y="41157"/>
                </a:cubicBezTo>
                <a:cubicBezTo>
                  <a:pt x="148167" y="38662"/>
                  <a:pt x="146675" y="36424"/>
                  <a:pt x="144360" y="35473"/>
                </a:cubicBezTo>
                <a:lnTo>
                  <a:pt x="82006" y="9801"/>
                </a:lnTo>
                <a:cubicBezTo>
                  <a:pt x="79485" y="8772"/>
                  <a:pt x="76810" y="8231"/>
                  <a:pt x="74083" y="8231"/>
                </a:cubicBezTo>
                <a:cubicBezTo>
                  <a:pt x="71357" y="8231"/>
                  <a:pt x="68681" y="8772"/>
                  <a:pt x="66161" y="9801"/>
                </a:cubicBezTo>
                <a:lnTo>
                  <a:pt x="3807" y="35473"/>
                </a:lnTo>
                <a:cubicBezTo>
                  <a:pt x="1492" y="36424"/>
                  <a:pt x="0" y="38662"/>
                  <a:pt x="0" y="41157"/>
                </a:cubicBezTo>
                <a:lnTo>
                  <a:pt x="0" y="117299"/>
                </a:lnTo>
                <a:cubicBezTo>
                  <a:pt x="0" y="120720"/>
                  <a:pt x="2752" y="123472"/>
                  <a:pt x="6174" y="123472"/>
                </a:cubicBezTo>
                <a:cubicBezTo>
                  <a:pt x="9595" y="123472"/>
                  <a:pt x="12347" y="120720"/>
                  <a:pt x="12347" y="117299"/>
                </a:cubicBezTo>
                <a:lnTo>
                  <a:pt x="12347" y="50366"/>
                </a:lnTo>
                <a:close/>
                <a:moveTo>
                  <a:pt x="24694" y="68810"/>
                </a:moveTo>
                <a:lnTo>
                  <a:pt x="24694" y="98778"/>
                </a:lnTo>
                <a:cubicBezTo>
                  <a:pt x="24694" y="112411"/>
                  <a:pt x="46817" y="123472"/>
                  <a:pt x="74083" y="123472"/>
                </a:cubicBezTo>
                <a:cubicBezTo>
                  <a:pt x="101350" y="123472"/>
                  <a:pt x="123472" y="112411"/>
                  <a:pt x="123472" y="98778"/>
                </a:cubicBezTo>
                <a:lnTo>
                  <a:pt x="123472" y="68784"/>
                </a:lnTo>
                <a:lnTo>
                  <a:pt x="86714" y="83935"/>
                </a:lnTo>
                <a:cubicBezTo>
                  <a:pt x="82701" y="85582"/>
                  <a:pt x="78431" y="86431"/>
                  <a:pt x="74083" y="86431"/>
                </a:cubicBezTo>
                <a:cubicBezTo>
                  <a:pt x="69736" y="86431"/>
                  <a:pt x="65466" y="85582"/>
                  <a:pt x="61453" y="83935"/>
                </a:cubicBezTo>
                <a:lnTo>
                  <a:pt x="24694" y="68784"/>
                </a:ln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509229" y="6105407"/>
            <a:ext cx="5259438" cy="639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7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Note:</a:t>
            </a:r>
            <a:r>
              <a:rPr lang="en-US" sz="10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deep learning, weights are numerical values (usually between -1 and 1 or 0 and 1) that are multiplied by input values. During training, the AI adjusts these weights millions of times to make better predictions.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3166" y="5429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43154" y="-17859"/>
                </a:moveTo>
                <a:cubicBezTo>
                  <a:pt x="160404" y="-17859"/>
                  <a:pt x="174408" y="-3855"/>
                  <a:pt x="174408" y="13395"/>
                </a:cubicBezTo>
                <a:cubicBezTo>
                  <a:pt x="174408" y="30644"/>
                  <a:pt x="160404" y="44648"/>
                  <a:pt x="143154" y="44648"/>
                </a:cubicBezTo>
                <a:cubicBezTo>
                  <a:pt x="125905" y="44648"/>
                  <a:pt x="111900" y="30644"/>
                  <a:pt x="111900" y="13395"/>
                </a:cubicBezTo>
                <a:cubicBezTo>
                  <a:pt x="111900" y="-3855"/>
                  <a:pt x="125905" y="-17859"/>
                  <a:pt x="143154" y="-17859"/>
                </a:cubicBezTo>
                <a:close/>
                <a:moveTo>
                  <a:pt x="68982" y="98227"/>
                </a:moveTo>
                <a:cubicBezTo>
                  <a:pt x="67140" y="98227"/>
                  <a:pt x="65522" y="99343"/>
                  <a:pt x="64852" y="101017"/>
                </a:cubicBezTo>
                <a:lnTo>
                  <a:pt x="52574" y="131657"/>
                </a:lnTo>
                <a:cubicBezTo>
                  <a:pt x="48890" y="140810"/>
                  <a:pt x="38509" y="145275"/>
                  <a:pt x="29356" y="141591"/>
                </a:cubicBezTo>
                <a:cubicBezTo>
                  <a:pt x="20203" y="137908"/>
                  <a:pt x="15739" y="127527"/>
                  <a:pt x="19422" y="118374"/>
                </a:cubicBezTo>
                <a:lnTo>
                  <a:pt x="31645" y="87734"/>
                </a:lnTo>
                <a:cubicBezTo>
                  <a:pt x="37784" y="72498"/>
                  <a:pt x="52518" y="62508"/>
                  <a:pt x="68982" y="62508"/>
                </a:cubicBezTo>
                <a:lnTo>
                  <a:pt x="123285" y="62508"/>
                </a:lnTo>
                <a:cubicBezTo>
                  <a:pt x="139192" y="62508"/>
                  <a:pt x="153870" y="70935"/>
                  <a:pt x="161851" y="84665"/>
                </a:cubicBezTo>
                <a:lnTo>
                  <a:pt x="180156" y="116086"/>
                </a:lnTo>
                <a:lnTo>
                  <a:pt x="214536" y="116086"/>
                </a:lnTo>
                <a:cubicBezTo>
                  <a:pt x="224414" y="116086"/>
                  <a:pt x="232395" y="124067"/>
                  <a:pt x="232395" y="133945"/>
                </a:cubicBezTo>
                <a:cubicBezTo>
                  <a:pt x="232395" y="143824"/>
                  <a:pt x="224414" y="151805"/>
                  <a:pt x="214536" y="151805"/>
                </a:cubicBezTo>
                <a:lnTo>
                  <a:pt x="180156" y="151805"/>
                </a:lnTo>
                <a:cubicBezTo>
                  <a:pt x="167432" y="151805"/>
                  <a:pt x="155711" y="145052"/>
                  <a:pt x="149293" y="134057"/>
                </a:cubicBezTo>
                <a:lnTo>
                  <a:pt x="143712" y="124513"/>
                </a:lnTo>
                <a:lnTo>
                  <a:pt x="132159" y="163804"/>
                </a:lnTo>
                <a:lnTo>
                  <a:pt x="174241" y="176417"/>
                </a:lnTo>
                <a:cubicBezTo>
                  <a:pt x="189700" y="181049"/>
                  <a:pt x="197569" y="198183"/>
                  <a:pt x="191040" y="212973"/>
                </a:cubicBezTo>
                <a:lnTo>
                  <a:pt x="159451" y="284076"/>
                </a:lnTo>
                <a:cubicBezTo>
                  <a:pt x="155432" y="293117"/>
                  <a:pt x="144884" y="297135"/>
                  <a:pt x="135899" y="293117"/>
                </a:cubicBezTo>
                <a:cubicBezTo>
                  <a:pt x="126913" y="289099"/>
                  <a:pt x="122839" y="278550"/>
                  <a:pt x="126857" y="269565"/>
                </a:cubicBezTo>
                <a:lnTo>
                  <a:pt x="154316" y="207727"/>
                </a:lnTo>
                <a:lnTo>
                  <a:pt x="100794" y="191653"/>
                </a:lnTo>
                <a:cubicBezTo>
                  <a:pt x="82544" y="186184"/>
                  <a:pt x="71772" y="167264"/>
                  <a:pt x="76405" y="148791"/>
                </a:cubicBezTo>
                <a:lnTo>
                  <a:pt x="89074" y="98227"/>
                </a:lnTo>
                <a:lnTo>
                  <a:pt x="69038" y="98227"/>
                </a:lnTo>
                <a:close/>
                <a:moveTo>
                  <a:pt x="64517" y="199244"/>
                </a:moveTo>
                <a:cubicBezTo>
                  <a:pt x="71940" y="207559"/>
                  <a:pt x="81651" y="213922"/>
                  <a:pt x="93092" y="217326"/>
                </a:cubicBezTo>
                <a:lnTo>
                  <a:pt x="95715" y="218108"/>
                </a:lnTo>
                <a:lnTo>
                  <a:pt x="91864" y="228879"/>
                </a:lnTo>
                <a:cubicBezTo>
                  <a:pt x="88627" y="237976"/>
                  <a:pt x="82934" y="246069"/>
                  <a:pt x="75512" y="252208"/>
                </a:cubicBezTo>
                <a:lnTo>
                  <a:pt x="29524" y="290103"/>
                </a:lnTo>
                <a:cubicBezTo>
                  <a:pt x="21934" y="296354"/>
                  <a:pt x="10660" y="295294"/>
                  <a:pt x="4409" y="287703"/>
                </a:cubicBezTo>
                <a:cubicBezTo>
                  <a:pt x="-1842" y="280113"/>
                  <a:pt x="-781" y="268839"/>
                  <a:pt x="6809" y="262589"/>
                </a:cubicBezTo>
                <a:lnTo>
                  <a:pt x="52797" y="224693"/>
                </a:lnTo>
                <a:cubicBezTo>
                  <a:pt x="55308" y="222628"/>
                  <a:pt x="57150" y="219949"/>
                  <a:pt x="58266" y="216936"/>
                </a:cubicBezTo>
                <a:lnTo>
                  <a:pt x="64517" y="19924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9667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Meet Bias - The Starting Line Advantage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43000"/>
            <a:ext cx="4476750" cy="1257300"/>
          </a:xfrm>
          <a:custGeom>
            <a:avLst/>
            <a:gdLst/>
            <a:ahLst/>
            <a:cxnLst/>
            <a:rect l="l" t="t" r="r" b="b"/>
            <a:pathLst>
              <a:path w="4476750" h="1257300">
                <a:moveTo>
                  <a:pt x="152397" y="0"/>
                </a:moveTo>
                <a:lnTo>
                  <a:pt x="4324353" y="0"/>
                </a:lnTo>
                <a:cubicBezTo>
                  <a:pt x="4408519" y="0"/>
                  <a:pt x="4476750" y="68231"/>
                  <a:pt x="4476750" y="152397"/>
                </a:cubicBezTo>
                <a:lnTo>
                  <a:pt x="4476750" y="1104903"/>
                </a:lnTo>
                <a:cubicBezTo>
                  <a:pt x="4476750" y="1189069"/>
                  <a:pt x="4408519" y="1257300"/>
                  <a:pt x="432435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100000">
                <a:srgbClr val="FFD93D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1500" y="1333500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🏃 Story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714500"/>
            <a:ext cx="4171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Imagine a race where some runners get a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10-meter head start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That head start is like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2552700"/>
            <a:ext cx="4457700" cy="3924300"/>
          </a:xfrm>
          <a:custGeom>
            <a:avLst/>
            <a:gdLst/>
            <a:ahLst/>
            <a:cxnLst/>
            <a:rect l="l" t="t" r="r" b="b"/>
            <a:pathLst>
              <a:path w="4457700" h="3924300">
                <a:moveTo>
                  <a:pt x="38100" y="0"/>
                </a:moveTo>
                <a:lnTo>
                  <a:pt x="4305319" y="0"/>
                </a:lnTo>
                <a:cubicBezTo>
                  <a:pt x="4389421" y="0"/>
                  <a:pt x="4457700" y="68279"/>
                  <a:pt x="4457700" y="152381"/>
                </a:cubicBezTo>
                <a:lnTo>
                  <a:pt x="4457700" y="3771919"/>
                </a:lnTo>
                <a:cubicBezTo>
                  <a:pt x="4457700" y="3856021"/>
                  <a:pt x="4389421" y="3924300"/>
                  <a:pt x="4305319" y="3924300"/>
                </a:cubicBezTo>
                <a:lnTo>
                  <a:pt x="38100" y="3924300"/>
                </a:lnTo>
                <a:cubicBezTo>
                  <a:pt x="17072" y="3924300"/>
                  <a:pt x="0" y="3907228"/>
                  <a:pt x="0" y="388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0050" y="2552700"/>
            <a:ext cx="38100" cy="3924300"/>
          </a:xfrm>
          <a:custGeom>
            <a:avLst/>
            <a:gdLst/>
            <a:ahLst/>
            <a:cxnLst/>
            <a:rect l="l" t="t" r="r" b="b"/>
            <a:pathLst>
              <a:path w="38100" h="3924300">
                <a:moveTo>
                  <a:pt x="38100" y="0"/>
                </a:moveTo>
                <a:lnTo>
                  <a:pt x="38100" y="0"/>
                </a:lnTo>
                <a:lnTo>
                  <a:pt x="38100" y="3924300"/>
                </a:lnTo>
                <a:lnTo>
                  <a:pt x="38100" y="3924300"/>
                </a:lnTo>
                <a:cubicBezTo>
                  <a:pt x="17072" y="3924300"/>
                  <a:pt x="0" y="3907228"/>
                  <a:pt x="0" y="388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9600" y="2743200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🤔 Remember our pizza score of 17?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3086100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what if: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505200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114297" y="0"/>
                </a:moveTo>
                <a:lnTo>
                  <a:pt x="3943353" y="0"/>
                </a:lnTo>
                <a:cubicBezTo>
                  <a:pt x="4006478" y="0"/>
                  <a:pt x="4057650" y="51172"/>
                  <a:pt x="4057650" y="114297"/>
                </a:cubicBezTo>
                <a:lnTo>
                  <a:pt x="4057650" y="609603"/>
                </a:lnTo>
                <a:cubicBezTo>
                  <a:pt x="4057650" y="672728"/>
                  <a:pt x="4006478" y="723900"/>
                  <a:pt x="394335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2475" y="3752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30" y="6429"/>
                </a:moveTo>
                <a:cubicBezTo>
                  <a:pt x="28173" y="2768"/>
                  <a:pt x="25092" y="0"/>
                  <a:pt x="21431" y="0"/>
                </a:cubicBezTo>
                <a:cubicBezTo>
                  <a:pt x="17770" y="0"/>
                  <a:pt x="14689" y="2768"/>
                  <a:pt x="14288" y="6385"/>
                </a:cubicBezTo>
                <a:lnTo>
                  <a:pt x="7992" y="66839"/>
                </a:lnTo>
                <a:cubicBezTo>
                  <a:pt x="7412" y="69518"/>
                  <a:pt x="7144" y="72241"/>
                  <a:pt x="7144" y="74965"/>
                </a:cubicBezTo>
                <a:cubicBezTo>
                  <a:pt x="7144" y="95458"/>
                  <a:pt x="22815" y="112291"/>
                  <a:pt x="42863" y="114121"/>
                </a:cubicBezTo>
                <a:lnTo>
                  <a:pt x="42863" y="214313"/>
                </a:lnTo>
                <a:cubicBezTo>
                  <a:pt x="42863" y="222215"/>
                  <a:pt x="49247" y="228600"/>
                  <a:pt x="57150" y="228600"/>
                </a:cubicBezTo>
                <a:cubicBezTo>
                  <a:pt x="65053" y="228600"/>
                  <a:pt x="71438" y="222215"/>
                  <a:pt x="71438" y="214313"/>
                </a:cubicBezTo>
                <a:lnTo>
                  <a:pt x="71438" y="114121"/>
                </a:lnTo>
                <a:cubicBezTo>
                  <a:pt x="91485" y="112291"/>
                  <a:pt x="107156" y="95458"/>
                  <a:pt x="107156" y="74965"/>
                </a:cubicBezTo>
                <a:cubicBezTo>
                  <a:pt x="107156" y="72241"/>
                  <a:pt x="106888" y="69518"/>
                  <a:pt x="106308" y="66839"/>
                </a:cubicBezTo>
                <a:lnTo>
                  <a:pt x="99968" y="6385"/>
                </a:lnTo>
                <a:cubicBezTo>
                  <a:pt x="99611" y="2768"/>
                  <a:pt x="96530" y="0"/>
                  <a:pt x="92869" y="0"/>
                </a:cubicBezTo>
                <a:cubicBezTo>
                  <a:pt x="89208" y="0"/>
                  <a:pt x="86127" y="2768"/>
                  <a:pt x="85770" y="6429"/>
                </a:cubicBezTo>
                <a:lnTo>
                  <a:pt x="79697" y="66928"/>
                </a:lnTo>
                <a:cubicBezTo>
                  <a:pt x="79430" y="69473"/>
                  <a:pt x="77286" y="71438"/>
                  <a:pt x="74741" y="71438"/>
                </a:cubicBezTo>
                <a:cubicBezTo>
                  <a:pt x="72152" y="71438"/>
                  <a:pt x="70009" y="69473"/>
                  <a:pt x="69741" y="66883"/>
                </a:cubicBezTo>
                <a:lnTo>
                  <a:pt x="64249" y="6519"/>
                </a:lnTo>
                <a:cubicBezTo>
                  <a:pt x="63937" y="2813"/>
                  <a:pt x="60856" y="0"/>
                  <a:pt x="57150" y="0"/>
                </a:cubicBezTo>
                <a:cubicBezTo>
                  <a:pt x="53444" y="0"/>
                  <a:pt x="50363" y="2813"/>
                  <a:pt x="50051" y="6519"/>
                </a:cubicBezTo>
                <a:lnTo>
                  <a:pt x="44559" y="66883"/>
                </a:lnTo>
                <a:cubicBezTo>
                  <a:pt x="44336" y="69473"/>
                  <a:pt x="42148" y="71438"/>
                  <a:pt x="39559" y="71438"/>
                </a:cubicBezTo>
                <a:cubicBezTo>
                  <a:pt x="36969" y="71438"/>
                  <a:pt x="34826" y="69473"/>
                  <a:pt x="34603" y="66928"/>
                </a:cubicBezTo>
                <a:lnTo>
                  <a:pt x="28530" y="6429"/>
                </a:lnTo>
                <a:close/>
                <a:moveTo>
                  <a:pt x="200025" y="0"/>
                </a:moveTo>
                <a:cubicBezTo>
                  <a:pt x="192881" y="0"/>
                  <a:pt x="142875" y="14288"/>
                  <a:pt x="142875" y="78581"/>
                </a:cubicBezTo>
                <a:lnTo>
                  <a:pt x="142875" y="128588"/>
                </a:lnTo>
                <a:cubicBezTo>
                  <a:pt x="142875" y="144348"/>
                  <a:pt x="155689" y="157163"/>
                  <a:pt x="171450" y="157163"/>
                </a:cubicBezTo>
                <a:lnTo>
                  <a:pt x="185738" y="157163"/>
                </a:lnTo>
                <a:lnTo>
                  <a:pt x="185738" y="214313"/>
                </a:lnTo>
                <a:cubicBezTo>
                  <a:pt x="185738" y="222215"/>
                  <a:pt x="192122" y="228600"/>
                  <a:pt x="200025" y="228600"/>
                </a:cubicBezTo>
                <a:cubicBezTo>
                  <a:pt x="207928" y="228600"/>
                  <a:pt x="214313" y="222215"/>
                  <a:pt x="214313" y="214313"/>
                </a:cubicBezTo>
                <a:lnTo>
                  <a:pt x="214313" y="14288"/>
                </a:lnTo>
                <a:cubicBezTo>
                  <a:pt x="214313" y="6385"/>
                  <a:pt x="207928" y="0"/>
                  <a:pt x="200025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23950" y="36195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friend is REALLY hungry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23950" y="3848100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 = +5 points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4495800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114297" y="0"/>
                </a:moveTo>
                <a:lnTo>
                  <a:pt x="3943353" y="0"/>
                </a:lnTo>
                <a:cubicBezTo>
                  <a:pt x="4006478" y="0"/>
                  <a:pt x="4057650" y="51172"/>
                  <a:pt x="4057650" y="114297"/>
                </a:cubicBezTo>
                <a:lnTo>
                  <a:pt x="4057650" y="609603"/>
                </a:lnTo>
                <a:cubicBezTo>
                  <a:pt x="4057650" y="672728"/>
                  <a:pt x="4006478" y="723900"/>
                  <a:pt x="394335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2475" y="4743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23950" y="461010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friend just ate lunch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3950" y="483870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 = -3 points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5486400"/>
            <a:ext cx="4057650" cy="723900"/>
          </a:xfrm>
          <a:custGeom>
            <a:avLst/>
            <a:gdLst/>
            <a:ahLst/>
            <a:cxnLst/>
            <a:rect l="l" t="t" r="r" b="b"/>
            <a:pathLst>
              <a:path w="4057650" h="723900">
                <a:moveTo>
                  <a:pt x="114297" y="0"/>
                </a:moveTo>
                <a:lnTo>
                  <a:pt x="3943353" y="0"/>
                </a:lnTo>
                <a:cubicBezTo>
                  <a:pt x="4006478" y="0"/>
                  <a:pt x="4057650" y="51172"/>
                  <a:pt x="4057650" y="114297"/>
                </a:cubicBezTo>
                <a:lnTo>
                  <a:pt x="4057650" y="609603"/>
                </a:lnTo>
                <a:cubicBezTo>
                  <a:pt x="4057650" y="672728"/>
                  <a:pt x="4006478" y="723900"/>
                  <a:pt x="394335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8C4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2475" y="5734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23950" y="560070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friend is feeling adventurous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3950" y="58293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 = +7 points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13871" y="1162050"/>
            <a:ext cx="6800850" cy="2495550"/>
          </a:xfrm>
          <a:custGeom>
            <a:avLst/>
            <a:gdLst/>
            <a:ahLst/>
            <a:cxnLst/>
            <a:rect l="l" t="t" r="r" b="b"/>
            <a:pathLst>
              <a:path w="6800850" h="2495550">
                <a:moveTo>
                  <a:pt x="38100" y="0"/>
                </a:moveTo>
                <a:lnTo>
                  <a:pt x="6762750" y="0"/>
                </a:lnTo>
                <a:cubicBezTo>
                  <a:pt x="6783778" y="0"/>
                  <a:pt x="6800850" y="17072"/>
                  <a:pt x="6800850" y="38100"/>
                </a:cubicBezTo>
                <a:lnTo>
                  <a:pt x="6800850" y="2343147"/>
                </a:lnTo>
                <a:cubicBezTo>
                  <a:pt x="6800850" y="2427317"/>
                  <a:pt x="6732617" y="2495550"/>
                  <a:pt x="6648447" y="2495550"/>
                </a:cubicBezTo>
                <a:lnTo>
                  <a:pt x="152403" y="2495550"/>
                </a:lnTo>
                <a:cubicBezTo>
                  <a:pt x="68233" y="2495550"/>
                  <a:pt x="0" y="2427317"/>
                  <a:pt x="0" y="23431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13871" y="1162050"/>
            <a:ext cx="6800850" cy="38100"/>
          </a:xfrm>
          <a:custGeom>
            <a:avLst/>
            <a:gdLst/>
            <a:ahLst/>
            <a:cxnLst/>
            <a:rect l="l" t="t" r="r" b="b"/>
            <a:pathLst>
              <a:path w="6800850" h="38100">
                <a:moveTo>
                  <a:pt x="38100" y="0"/>
                </a:moveTo>
                <a:lnTo>
                  <a:pt x="6762750" y="0"/>
                </a:lnTo>
                <a:cubicBezTo>
                  <a:pt x="6783778" y="0"/>
                  <a:pt x="6800850" y="17072"/>
                  <a:pt x="6800850" y="38100"/>
                </a:cubicBezTo>
                <a:lnTo>
                  <a:pt x="6800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47221" y="1371600"/>
            <a:ext cx="6534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⚡ BIAS is like adding extra points BEFORE you start counting!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04371" y="1790700"/>
            <a:ext cx="6419850" cy="1562100"/>
          </a:xfrm>
          <a:custGeom>
            <a:avLst/>
            <a:gdLst/>
            <a:ahLst/>
            <a:cxnLst/>
            <a:rect l="l" t="t" r="r" b="b"/>
            <a:pathLst>
              <a:path w="6419850" h="1562100">
                <a:moveTo>
                  <a:pt x="114299" y="0"/>
                </a:moveTo>
                <a:lnTo>
                  <a:pt x="6305551" y="0"/>
                </a:lnTo>
                <a:cubicBezTo>
                  <a:pt x="6368677" y="0"/>
                  <a:pt x="6419850" y="51173"/>
                  <a:pt x="6419850" y="114299"/>
                </a:cubicBezTo>
                <a:lnTo>
                  <a:pt x="6419850" y="1447801"/>
                </a:lnTo>
                <a:cubicBezTo>
                  <a:pt x="6419850" y="1510927"/>
                  <a:pt x="6368677" y="1562100"/>
                  <a:pt x="6305551" y="1562100"/>
                </a:cubicBezTo>
                <a:lnTo>
                  <a:pt x="114299" y="1562100"/>
                </a:lnTo>
                <a:cubicBezTo>
                  <a:pt x="51173" y="1562100"/>
                  <a:pt x="0" y="1510927"/>
                  <a:pt x="0" y="14478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13908" y="1943100"/>
            <a:ext cx="620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Example: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19850" y="230505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 score: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2571750"/>
            <a:ext cx="1057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points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57939" y="2400300"/>
            <a:ext cx="342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42796" y="230505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 (hungry):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23746" y="2571750"/>
            <a:ext cx="1009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25074" y="2400300"/>
            <a:ext cx="342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07401" y="228600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SCORE: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74063" y="2552700"/>
            <a:ext cx="1266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points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18671" y="2971800"/>
            <a:ext cx="619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(Even more likely to love the pizza!)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13871" y="3810000"/>
            <a:ext cx="3324225" cy="2667000"/>
          </a:xfrm>
          <a:custGeom>
            <a:avLst/>
            <a:gdLst/>
            <a:ahLst/>
            <a:cxnLst/>
            <a:rect l="l" t="t" r="r" b="b"/>
            <a:pathLst>
              <a:path w="3324225" h="2667000">
                <a:moveTo>
                  <a:pt x="152392" y="0"/>
                </a:moveTo>
                <a:lnTo>
                  <a:pt x="3171833" y="0"/>
                </a:lnTo>
                <a:cubicBezTo>
                  <a:pt x="3255997" y="0"/>
                  <a:pt x="3324225" y="68228"/>
                  <a:pt x="3324225" y="152392"/>
                </a:cubicBezTo>
                <a:lnTo>
                  <a:pt x="3324225" y="2514608"/>
                </a:lnTo>
                <a:cubicBezTo>
                  <a:pt x="3324225" y="2598772"/>
                  <a:pt x="3255997" y="2667000"/>
                  <a:pt x="3171833" y="2667000"/>
                </a:cubicBezTo>
                <a:lnTo>
                  <a:pt x="152392" y="2667000"/>
                </a:lnTo>
                <a:cubicBezTo>
                  <a:pt x="68228" y="2667000"/>
                  <a:pt x="0" y="2598772"/>
                  <a:pt x="0" y="251460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204371" y="46196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42496" y="4581525"/>
            <a:ext cx="280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 AI Terms: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04371" y="4962525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 helps the AI make decisions even when the inputs are zero or very small. It's like the AI's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"gut feeling"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"starting opinion."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07611" y="3810000"/>
            <a:ext cx="3305175" cy="2667000"/>
          </a:xfrm>
          <a:custGeom>
            <a:avLst/>
            <a:gdLst/>
            <a:ahLst/>
            <a:cxnLst/>
            <a:rect l="l" t="t" r="r" b="b"/>
            <a:pathLst>
              <a:path w="3305175" h="2667000">
                <a:moveTo>
                  <a:pt x="38100" y="0"/>
                </a:moveTo>
                <a:lnTo>
                  <a:pt x="3152783" y="0"/>
                </a:lnTo>
                <a:cubicBezTo>
                  <a:pt x="3236947" y="0"/>
                  <a:pt x="3305175" y="68228"/>
                  <a:pt x="3305175" y="152392"/>
                </a:cubicBezTo>
                <a:lnTo>
                  <a:pt x="3305175" y="2514608"/>
                </a:lnTo>
                <a:cubicBezTo>
                  <a:pt x="3305175" y="2598772"/>
                  <a:pt x="3236947" y="2667000"/>
                  <a:pt x="3152783" y="2667000"/>
                </a:cubicBezTo>
                <a:lnTo>
                  <a:pt x="38100" y="2667000"/>
                </a:lnTo>
                <a:cubicBezTo>
                  <a:pt x="17072" y="2667000"/>
                  <a:pt x="0" y="2649928"/>
                  <a:pt x="0" y="2628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507611" y="3810000"/>
            <a:ext cx="38100" cy="2667000"/>
          </a:xfrm>
          <a:custGeom>
            <a:avLst/>
            <a:gdLst/>
            <a:ahLst/>
            <a:cxnLst/>
            <a:rect l="l" t="t" r="r" b="b"/>
            <a:pathLst>
              <a:path w="38100" h="2667000">
                <a:moveTo>
                  <a:pt x="38100" y="0"/>
                </a:moveTo>
                <a:lnTo>
                  <a:pt x="38100" y="0"/>
                </a:lnTo>
                <a:lnTo>
                  <a:pt x="38100" y="2667000"/>
                </a:lnTo>
                <a:lnTo>
                  <a:pt x="38100" y="2667000"/>
                </a:lnTo>
                <a:cubicBezTo>
                  <a:pt x="17072" y="2667000"/>
                  <a:pt x="0" y="2649928"/>
                  <a:pt x="0" y="2628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740973" y="4495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955286" y="4457700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Why Bias Matters: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17161" y="4838700"/>
            <a:ext cx="29813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bias, if all inputs were zero (no toppings on the pizza), the AI would always say </a:t>
            </a: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"score = 0"</a:t>
            </a: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never make a decision! Bias gives it a starting point.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405" y="6809"/>
                </a:moveTo>
                <a:lnTo>
                  <a:pt x="173180" y="56034"/>
                </a:lnTo>
                <a:lnTo>
                  <a:pt x="229716" y="112570"/>
                </a:lnTo>
                <a:lnTo>
                  <a:pt x="278941" y="63345"/>
                </a:lnTo>
                <a:cubicBezTo>
                  <a:pt x="283294" y="58936"/>
                  <a:pt x="285750" y="53020"/>
                  <a:pt x="285750" y="46881"/>
                </a:cubicBezTo>
                <a:cubicBezTo>
                  <a:pt x="285750" y="40742"/>
                  <a:pt x="283294" y="34826"/>
                  <a:pt x="278941" y="30417"/>
                </a:cubicBezTo>
                <a:lnTo>
                  <a:pt x="255333" y="6809"/>
                </a:lnTo>
                <a:cubicBezTo>
                  <a:pt x="250924" y="2456"/>
                  <a:pt x="245008" y="0"/>
                  <a:pt x="238869" y="0"/>
                </a:cubicBezTo>
                <a:cubicBezTo>
                  <a:pt x="232730" y="0"/>
                  <a:pt x="226814" y="2456"/>
                  <a:pt x="222405" y="6809"/>
                </a:cubicBezTo>
                <a:close/>
                <a:moveTo>
                  <a:pt x="154260" y="74954"/>
                </a:moveTo>
                <a:lnTo>
                  <a:pt x="6809" y="222405"/>
                </a:lnTo>
                <a:cubicBezTo>
                  <a:pt x="2456" y="226814"/>
                  <a:pt x="0" y="232730"/>
                  <a:pt x="0" y="238869"/>
                </a:cubicBezTo>
                <a:cubicBezTo>
                  <a:pt x="0" y="245008"/>
                  <a:pt x="2456" y="250924"/>
                  <a:pt x="6809" y="255333"/>
                </a:cubicBezTo>
                <a:lnTo>
                  <a:pt x="30417" y="278941"/>
                </a:lnTo>
                <a:cubicBezTo>
                  <a:pt x="34826" y="283294"/>
                  <a:pt x="40742" y="285750"/>
                  <a:pt x="46881" y="285750"/>
                </a:cubicBezTo>
                <a:cubicBezTo>
                  <a:pt x="53020" y="285750"/>
                  <a:pt x="58936" y="283294"/>
                  <a:pt x="63345" y="278941"/>
                </a:cubicBezTo>
                <a:lnTo>
                  <a:pt x="210796" y="131490"/>
                </a:lnTo>
                <a:lnTo>
                  <a:pt x="154260" y="7495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862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Weights + Bias = Learning Superpower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43000"/>
            <a:ext cx="5638800" cy="1476375"/>
          </a:xfrm>
          <a:custGeom>
            <a:avLst/>
            <a:gdLst/>
            <a:ahLst/>
            <a:cxnLst/>
            <a:rect l="l" t="t" r="r" b="b"/>
            <a:pathLst>
              <a:path w="5638800" h="1476375">
                <a:moveTo>
                  <a:pt x="152406" y="0"/>
                </a:moveTo>
                <a:lnTo>
                  <a:pt x="5486394" y="0"/>
                </a:lnTo>
                <a:cubicBezTo>
                  <a:pt x="5570565" y="0"/>
                  <a:pt x="5638800" y="68235"/>
                  <a:pt x="5638800" y="152406"/>
                </a:cubicBezTo>
                <a:lnTo>
                  <a:pt x="5638800" y="1323969"/>
                </a:lnTo>
                <a:cubicBezTo>
                  <a:pt x="5638800" y="1408140"/>
                  <a:pt x="5570565" y="1476375"/>
                  <a:pt x="5486394" y="1476375"/>
                </a:cubicBezTo>
                <a:lnTo>
                  <a:pt x="152406" y="1476375"/>
                </a:lnTo>
                <a:cubicBezTo>
                  <a:pt x="68235" y="1476375"/>
                  <a:pt x="0" y="1408140"/>
                  <a:pt x="0" y="13239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50000">
                <a:srgbClr val="FFD93D"/>
              </a:gs>
              <a:gs pos="100000">
                <a:srgbClr val="4ECDC4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6250" y="1295400"/>
            <a:ext cx="544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✨ The Magic Formula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" y="1676400"/>
            <a:ext cx="5334000" cy="790575"/>
          </a:xfrm>
          <a:custGeom>
            <a:avLst/>
            <a:gdLst/>
            <a:ahLst/>
            <a:cxnLst/>
            <a:rect l="l" t="t" r="r" b="b"/>
            <a:pathLst>
              <a:path w="5334000" h="790575">
                <a:moveTo>
                  <a:pt x="114301" y="0"/>
                </a:moveTo>
                <a:lnTo>
                  <a:pt x="5219699" y="0"/>
                </a:lnTo>
                <a:cubicBezTo>
                  <a:pt x="5282826" y="0"/>
                  <a:pt x="5334000" y="51174"/>
                  <a:pt x="5334000" y="114301"/>
                </a:cubicBezTo>
                <a:lnTo>
                  <a:pt x="5334000" y="676274"/>
                </a:lnTo>
                <a:cubicBezTo>
                  <a:pt x="5334000" y="739401"/>
                  <a:pt x="5282826" y="790575"/>
                  <a:pt x="5219699" y="790575"/>
                </a:cubicBezTo>
                <a:lnTo>
                  <a:pt x="114301" y="790575"/>
                </a:lnTo>
                <a:cubicBezTo>
                  <a:pt x="51174" y="790575"/>
                  <a:pt x="0" y="739401"/>
                  <a:pt x="0" y="6762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4838" y="1790700"/>
            <a:ext cx="5191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 = (Input₁ × Weight₁) + (Input₂ × Weight₂) + (Input₃ × Weight₃) + ... + </a:t>
            </a:r>
            <a:r>
              <a:rPr lang="en-US" sz="1350" b="1" dirty="0">
                <a:solidFill>
                  <a:srgbClr val="FF8C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767013"/>
            <a:ext cx="5619750" cy="3714750"/>
          </a:xfrm>
          <a:custGeom>
            <a:avLst/>
            <a:gdLst/>
            <a:ahLst/>
            <a:cxnLst/>
            <a:rect l="l" t="t" r="r" b="b"/>
            <a:pathLst>
              <a:path w="5619750" h="3714750">
                <a:moveTo>
                  <a:pt x="38100" y="0"/>
                </a:moveTo>
                <a:lnTo>
                  <a:pt x="5467334" y="0"/>
                </a:lnTo>
                <a:cubicBezTo>
                  <a:pt x="5551511" y="0"/>
                  <a:pt x="5619750" y="68239"/>
                  <a:pt x="5619750" y="152416"/>
                </a:cubicBezTo>
                <a:lnTo>
                  <a:pt x="5619750" y="3562334"/>
                </a:lnTo>
                <a:cubicBezTo>
                  <a:pt x="5619750" y="3646511"/>
                  <a:pt x="5551511" y="3714750"/>
                  <a:pt x="5467334" y="3714750"/>
                </a:cubicBezTo>
                <a:lnTo>
                  <a:pt x="38100" y="3714750"/>
                </a:lnTo>
                <a:cubicBezTo>
                  <a:pt x="17072" y="3714750"/>
                  <a:pt x="0" y="3697678"/>
                  <a:pt x="0" y="3676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0050" y="2767013"/>
            <a:ext cx="38100" cy="3714750"/>
          </a:xfrm>
          <a:custGeom>
            <a:avLst/>
            <a:gdLst/>
            <a:ahLst/>
            <a:cxnLst/>
            <a:rect l="l" t="t" r="r" b="b"/>
            <a:pathLst>
              <a:path w="38100" h="3714750">
                <a:moveTo>
                  <a:pt x="38100" y="0"/>
                </a:moveTo>
                <a:lnTo>
                  <a:pt x="38100" y="0"/>
                </a:lnTo>
                <a:lnTo>
                  <a:pt x="38100" y="3714750"/>
                </a:lnTo>
                <a:lnTo>
                  <a:pt x="38100" y="3714750"/>
                </a:lnTo>
                <a:cubicBezTo>
                  <a:pt x="17072" y="3714750"/>
                  <a:pt x="0" y="3697678"/>
                  <a:pt x="0" y="3676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5313" y="29575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5719" y="119063"/>
                </a:moveTo>
                <a:cubicBezTo>
                  <a:pt x="15999" y="119063"/>
                  <a:pt x="0" y="103063"/>
                  <a:pt x="0" y="83344"/>
                </a:cubicBezTo>
                <a:cubicBezTo>
                  <a:pt x="0" y="67531"/>
                  <a:pt x="10269" y="54099"/>
                  <a:pt x="24519" y="49411"/>
                </a:cubicBezTo>
                <a:cubicBezTo>
                  <a:pt x="24036" y="46918"/>
                  <a:pt x="23812" y="44314"/>
                  <a:pt x="23812" y="41672"/>
                </a:cubicBezTo>
                <a:cubicBezTo>
                  <a:pt x="23812" y="18641"/>
                  <a:pt x="42453" y="0"/>
                  <a:pt x="65484" y="0"/>
                </a:cubicBezTo>
                <a:cubicBezTo>
                  <a:pt x="81521" y="0"/>
                  <a:pt x="95436" y="9041"/>
                  <a:pt x="102394" y="22324"/>
                </a:cubicBezTo>
                <a:cubicBezTo>
                  <a:pt x="107863" y="15962"/>
                  <a:pt x="115974" y="11906"/>
                  <a:pt x="125016" y="11906"/>
                </a:cubicBezTo>
                <a:cubicBezTo>
                  <a:pt x="141461" y="11906"/>
                  <a:pt x="154781" y="25226"/>
                  <a:pt x="154781" y="41672"/>
                </a:cubicBezTo>
                <a:cubicBezTo>
                  <a:pt x="154781" y="43718"/>
                  <a:pt x="154558" y="45690"/>
                  <a:pt x="154186" y="47625"/>
                </a:cubicBezTo>
                <a:cubicBezTo>
                  <a:pt x="154372" y="47625"/>
                  <a:pt x="154595" y="47625"/>
                  <a:pt x="154781" y="47625"/>
                </a:cubicBezTo>
                <a:cubicBezTo>
                  <a:pt x="174501" y="47625"/>
                  <a:pt x="190500" y="63624"/>
                  <a:pt x="190500" y="83344"/>
                </a:cubicBezTo>
                <a:cubicBezTo>
                  <a:pt x="190500" y="103063"/>
                  <a:pt x="174501" y="119063"/>
                  <a:pt x="154781" y="119063"/>
                </a:cubicBezTo>
                <a:lnTo>
                  <a:pt x="35719" y="119063"/>
                </a:lnTo>
                <a:close/>
                <a:moveTo>
                  <a:pt x="36314" y="144438"/>
                </a:moveTo>
                <a:cubicBezTo>
                  <a:pt x="36723" y="143508"/>
                  <a:pt x="37654" y="142875"/>
                  <a:pt x="38695" y="142875"/>
                </a:cubicBezTo>
                <a:cubicBezTo>
                  <a:pt x="39737" y="142875"/>
                  <a:pt x="40667" y="143470"/>
                  <a:pt x="41077" y="144438"/>
                </a:cubicBezTo>
                <a:lnTo>
                  <a:pt x="52313" y="169813"/>
                </a:lnTo>
                <a:cubicBezTo>
                  <a:pt x="53132" y="171710"/>
                  <a:pt x="53578" y="173720"/>
                  <a:pt x="53578" y="175766"/>
                </a:cubicBezTo>
                <a:cubicBezTo>
                  <a:pt x="53578" y="183914"/>
                  <a:pt x="46844" y="190500"/>
                  <a:pt x="38695" y="190500"/>
                </a:cubicBezTo>
                <a:cubicBezTo>
                  <a:pt x="30547" y="190500"/>
                  <a:pt x="23812" y="183914"/>
                  <a:pt x="23812" y="175766"/>
                </a:cubicBezTo>
                <a:cubicBezTo>
                  <a:pt x="23812" y="173720"/>
                  <a:pt x="24259" y="171673"/>
                  <a:pt x="25078" y="169813"/>
                </a:cubicBezTo>
                <a:lnTo>
                  <a:pt x="36314" y="144438"/>
                </a:lnTo>
                <a:close/>
                <a:moveTo>
                  <a:pt x="92869" y="144438"/>
                </a:moveTo>
                <a:cubicBezTo>
                  <a:pt x="93278" y="143508"/>
                  <a:pt x="94208" y="142875"/>
                  <a:pt x="95250" y="142875"/>
                </a:cubicBezTo>
                <a:cubicBezTo>
                  <a:pt x="96292" y="142875"/>
                  <a:pt x="97222" y="143470"/>
                  <a:pt x="97631" y="144438"/>
                </a:cubicBezTo>
                <a:lnTo>
                  <a:pt x="108868" y="169813"/>
                </a:lnTo>
                <a:cubicBezTo>
                  <a:pt x="109686" y="171710"/>
                  <a:pt x="110133" y="173720"/>
                  <a:pt x="110133" y="175766"/>
                </a:cubicBezTo>
                <a:cubicBezTo>
                  <a:pt x="110133" y="183914"/>
                  <a:pt x="103398" y="190500"/>
                  <a:pt x="95250" y="190500"/>
                </a:cubicBezTo>
                <a:cubicBezTo>
                  <a:pt x="87102" y="190500"/>
                  <a:pt x="80367" y="183914"/>
                  <a:pt x="80367" y="175766"/>
                </a:cubicBezTo>
                <a:cubicBezTo>
                  <a:pt x="80367" y="173720"/>
                  <a:pt x="80814" y="171673"/>
                  <a:pt x="81632" y="169813"/>
                </a:cubicBezTo>
                <a:lnTo>
                  <a:pt x="92869" y="144438"/>
                </a:lnTo>
                <a:close/>
                <a:moveTo>
                  <a:pt x="138187" y="169813"/>
                </a:moveTo>
                <a:lnTo>
                  <a:pt x="149423" y="144438"/>
                </a:lnTo>
                <a:cubicBezTo>
                  <a:pt x="149833" y="143508"/>
                  <a:pt x="150763" y="142875"/>
                  <a:pt x="151805" y="142875"/>
                </a:cubicBezTo>
                <a:cubicBezTo>
                  <a:pt x="152846" y="142875"/>
                  <a:pt x="153777" y="143470"/>
                  <a:pt x="154186" y="144438"/>
                </a:cubicBezTo>
                <a:lnTo>
                  <a:pt x="165422" y="169813"/>
                </a:lnTo>
                <a:cubicBezTo>
                  <a:pt x="166241" y="171710"/>
                  <a:pt x="166687" y="173720"/>
                  <a:pt x="166687" y="175766"/>
                </a:cubicBezTo>
                <a:cubicBezTo>
                  <a:pt x="166687" y="183914"/>
                  <a:pt x="159953" y="190500"/>
                  <a:pt x="151805" y="190500"/>
                </a:cubicBezTo>
                <a:cubicBezTo>
                  <a:pt x="143656" y="190500"/>
                  <a:pt x="136922" y="183914"/>
                  <a:pt x="136922" y="175766"/>
                </a:cubicBezTo>
                <a:cubicBezTo>
                  <a:pt x="136922" y="173720"/>
                  <a:pt x="137368" y="171673"/>
                  <a:pt x="138187" y="169813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9625" y="2919413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 Example - Will It Rain Today?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359348"/>
            <a:ext cx="5295900" cy="1066800"/>
          </a:xfrm>
          <a:custGeom>
            <a:avLst/>
            <a:gdLst/>
            <a:ahLst/>
            <a:cxnLst/>
            <a:rect l="l" t="t" r="r" b="b"/>
            <a:pathLst>
              <a:path w="5295900" h="1066800">
                <a:moveTo>
                  <a:pt x="114297" y="0"/>
                </a:moveTo>
                <a:lnTo>
                  <a:pt x="5181603" y="0"/>
                </a:lnTo>
                <a:cubicBezTo>
                  <a:pt x="5244728" y="0"/>
                  <a:pt x="5295900" y="51172"/>
                  <a:pt x="5295900" y="114297"/>
                </a:cubicBezTo>
                <a:lnTo>
                  <a:pt x="5295900" y="952503"/>
                </a:lnTo>
                <a:cubicBezTo>
                  <a:pt x="5295900" y="1015628"/>
                  <a:pt x="5244728" y="1066800"/>
                  <a:pt x="5181603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700" y="343554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700" y="3702248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Dark clouds? Yes (1) × Weight 8 = </a:t>
            </a: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700" y="3930848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Wind? Yes (1) × Weight 5 = </a:t>
            </a: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700" y="4159448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Cold? No (0) × Weight 3 = </a:t>
            </a: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4620220"/>
            <a:ext cx="5295900" cy="381000"/>
          </a:xfrm>
          <a:custGeom>
            <a:avLst/>
            <a:gdLst/>
            <a:ahLst/>
            <a:cxnLst/>
            <a:rect l="l" t="t" r="r" b="b"/>
            <a:pathLst>
              <a:path w="5295900" h="381000">
                <a:moveTo>
                  <a:pt x="114300" y="0"/>
                </a:moveTo>
                <a:lnTo>
                  <a:pt x="5181600" y="0"/>
                </a:lnTo>
                <a:cubicBezTo>
                  <a:pt x="5244684" y="0"/>
                  <a:pt x="5295900" y="51216"/>
                  <a:pt x="5295900" y="114300"/>
                </a:cubicBezTo>
                <a:lnTo>
                  <a:pt x="5295900" y="266700"/>
                </a:lnTo>
                <a:cubicBezTo>
                  <a:pt x="5295900" y="329784"/>
                  <a:pt x="5244684" y="381000"/>
                  <a:pt x="51816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7700" y="469642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Bias (it's been dry all week) = </a:t>
            </a:r>
            <a:r>
              <a:rPr lang="en-US" sz="1200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" y="5195292"/>
            <a:ext cx="5295900" cy="419100"/>
          </a:xfrm>
          <a:custGeom>
            <a:avLst/>
            <a:gdLst/>
            <a:ahLst/>
            <a:cxnLst/>
            <a:rect l="l" t="t" r="r" b="b"/>
            <a:pathLst>
              <a:path w="5295900" h="419100">
                <a:moveTo>
                  <a:pt x="114301" y="0"/>
                </a:moveTo>
                <a:lnTo>
                  <a:pt x="5181599" y="0"/>
                </a:lnTo>
                <a:cubicBezTo>
                  <a:pt x="5244683" y="0"/>
                  <a:pt x="5295900" y="51217"/>
                  <a:pt x="5295900" y="114301"/>
                </a:cubicBezTo>
                <a:lnTo>
                  <a:pt x="5295900" y="304799"/>
                </a:lnTo>
                <a:cubicBezTo>
                  <a:pt x="5295900" y="367883"/>
                  <a:pt x="5244683" y="419100"/>
                  <a:pt x="5181599" y="419100"/>
                </a:cubicBezTo>
                <a:lnTo>
                  <a:pt x="114301" y="419100"/>
                </a:lnTo>
                <a:cubicBezTo>
                  <a:pt x="51217" y="419100"/>
                  <a:pt x="0" y="367883"/>
                  <a:pt x="0" y="3047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4838" y="5271492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Calculation: 8 + 5 + 0 + (-4) = 9 points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025" y="5817989"/>
            <a:ext cx="5276850" cy="438150"/>
          </a:xfrm>
          <a:custGeom>
            <a:avLst/>
            <a:gdLst/>
            <a:ahLst/>
            <a:cxnLst/>
            <a:rect l="l" t="t" r="r" b="b"/>
            <a:pathLst>
              <a:path w="5276850" h="438150">
                <a:moveTo>
                  <a:pt x="114300" y="0"/>
                </a:moveTo>
                <a:lnTo>
                  <a:pt x="5162550" y="0"/>
                </a:lnTo>
                <a:cubicBezTo>
                  <a:pt x="5225676" y="0"/>
                  <a:pt x="5276850" y="51174"/>
                  <a:pt x="5276850" y="114300"/>
                </a:cubicBezTo>
                <a:lnTo>
                  <a:pt x="5276850" y="323850"/>
                </a:lnTo>
                <a:cubicBezTo>
                  <a:pt x="5276850" y="386976"/>
                  <a:pt x="5225676" y="438150"/>
                  <a:pt x="5162550" y="438150"/>
                </a:cubicBezTo>
                <a:lnTo>
                  <a:pt x="114300" y="438150"/>
                </a:lnTo>
                <a:cubicBezTo>
                  <a:pt x="51174" y="438150"/>
                  <a:pt x="0" y="386976"/>
                  <a:pt x="0" y="3238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8C42">
              <a:alpha val="20000"/>
            </a:srgbClr>
          </a:solidFill>
          <a:ln w="254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3888" y="5903714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above 7 = Rain is likely! 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1162050"/>
            <a:ext cx="5638800" cy="4019550"/>
          </a:xfrm>
          <a:custGeom>
            <a:avLst/>
            <a:gdLst/>
            <a:ahLst/>
            <a:cxnLst/>
            <a:rect l="l" t="t" r="r" b="b"/>
            <a:pathLst>
              <a:path w="5638800" h="40195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67169"/>
                </a:lnTo>
                <a:cubicBezTo>
                  <a:pt x="5638800" y="3951270"/>
                  <a:pt x="5570520" y="4019550"/>
                  <a:pt x="5486419" y="4019550"/>
                </a:cubicBezTo>
                <a:lnTo>
                  <a:pt x="152381" y="4019550"/>
                </a:lnTo>
                <a:cubicBezTo>
                  <a:pt x="68280" y="4019550"/>
                  <a:pt x="0" y="3951270"/>
                  <a:pt x="0" y="386716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11620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48413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62725" y="1333500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This is how AI learns EVERYTHING: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24600" y="1714500"/>
            <a:ext cx="2628900" cy="1619250"/>
          </a:xfrm>
          <a:custGeom>
            <a:avLst/>
            <a:gdLst/>
            <a:ahLst/>
            <a:cxnLst/>
            <a:rect l="l" t="t" r="r" b="b"/>
            <a:pathLst>
              <a:path w="2628900" h="1619250">
                <a:moveTo>
                  <a:pt x="114303" y="0"/>
                </a:moveTo>
                <a:lnTo>
                  <a:pt x="2514597" y="0"/>
                </a:lnTo>
                <a:cubicBezTo>
                  <a:pt x="2577683" y="0"/>
                  <a:pt x="2628900" y="51217"/>
                  <a:pt x="2628900" y="114303"/>
                </a:cubicBezTo>
                <a:lnTo>
                  <a:pt x="2628900" y="1504947"/>
                </a:lnTo>
                <a:cubicBezTo>
                  <a:pt x="2628900" y="1568033"/>
                  <a:pt x="2577683" y="1619250"/>
                  <a:pt x="2514597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98556" y="18288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684" y="214424"/>
                </a:moveTo>
                <a:cubicBezTo>
                  <a:pt x="210350" y="192993"/>
                  <a:pt x="187189" y="178594"/>
                  <a:pt x="160734" y="178594"/>
                </a:cubicBezTo>
                <a:lnTo>
                  <a:pt x="125016" y="178594"/>
                </a:lnTo>
                <a:cubicBezTo>
                  <a:pt x="98561" y="178594"/>
                  <a:pt x="75400" y="192993"/>
                  <a:pt x="63066" y="214424"/>
                </a:cubicBezTo>
                <a:cubicBezTo>
                  <a:pt x="82711" y="236302"/>
                  <a:pt x="111175" y="250031"/>
                  <a:pt x="142875" y="250031"/>
                </a:cubicBezTo>
                <a:cubicBezTo>
                  <a:pt x="174575" y="250031"/>
                  <a:pt x="203039" y="236246"/>
                  <a:pt x="222684" y="214424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51805"/>
                </a:moveTo>
                <a:cubicBezTo>
                  <a:pt x="165053" y="151805"/>
                  <a:pt x="183059" y="133799"/>
                  <a:pt x="183059" y="111621"/>
                </a:cubicBezTo>
                <a:cubicBezTo>
                  <a:pt x="183059" y="89443"/>
                  <a:pt x="165053" y="71438"/>
                  <a:pt x="142875" y="71438"/>
                </a:cubicBezTo>
                <a:cubicBezTo>
                  <a:pt x="120697" y="71438"/>
                  <a:pt x="102691" y="89443"/>
                  <a:pt x="102691" y="111621"/>
                </a:cubicBezTo>
                <a:cubicBezTo>
                  <a:pt x="102691" y="133799"/>
                  <a:pt x="120697" y="151805"/>
                  <a:pt x="142875" y="151805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41803" y="219075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Recognition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33022" y="241935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this Mom or Dad?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29700" y="1714500"/>
            <a:ext cx="2628900" cy="1619250"/>
          </a:xfrm>
          <a:custGeom>
            <a:avLst/>
            <a:gdLst/>
            <a:ahLst/>
            <a:cxnLst/>
            <a:rect l="l" t="t" r="r" b="b"/>
            <a:pathLst>
              <a:path w="2628900" h="1619250">
                <a:moveTo>
                  <a:pt x="114303" y="0"/>
                </a:moveTo>
                <a:lnTo>
                  <a:pt x="2514597" y="0"/>
                </a:lnTo>
                <a:cubicBezTo>
                  <a:pt x="2577683" y="0"/>
                  <a:pt x="2628900" y="51217"/>
                  <a:pt x="2628900" y="114303"/>
                </a:cubicBezTo>
                <a:lnTo>
                  <a:pt x="2628900" y="1504947"/>
                </a:lnTo>
                <a:cubicBezTo>
                  <a:pt x="2628900" y="1568033"/>
                  <a:pt x="2577683" y="1619250"/>
                  <a:pt x="2514597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239375" y="18288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07156" y="0"/>
                </a:moveTo>
                <a:cubicBezTo>
                  <a:pt x="77577" y="0"/>
                  <a:pt x="53578" y="23999"/>
                  <a:pt x="53578" y="53578"/>
                </a:cubicBezTo>
                <a:lnTo>
                  <a:pt x="53578" y="125016"/>
                </a:lnTo>
                <a:cubicBezTo>
                  <a:pt x="53578" y="154595"/>
                  <a:pt x="77577" y="178594"/>
                  <a:pt x="107156" y="178594"/>
                </a:cubicBezTo>
                <a:cubicBezTo>
                  <a:pt x="136736" y="178594"/>
                  <a:pt x="160734" y="154595"/>
                  <a:pt x="160734" y="125016"/>
                </a:cubicBezTo>
                <a:lnTo>
                  <a:pt x="160734" y="53578"/>
                </a:lnTo>
                <a:cubicBezTo>
                  <a:pt x="160734" y="23999"/>
                  <a:pt x="136736" y="0"/>
                  <a:pt x="107156" y="0"/>
                </a:cubicBezTo>
                <a:close/>
                <a:moveTo>
                  <a:pt x="26789" y="102691"/>
                </a:moveTo>
                <a:cubicBezTo>
                  <a:pt x="26789" y="95269"/>
                  <a:pt x="20817" y="89297"/>
                  <a:pt x="13395" y="89297"/>
                </a:cubicBezTo>
                <a:cubicBezTo>
                  <a:pt x="5972" y="89297"/>
                  <a:pt x="0" y="95269"/>
                  <a:pt x="0" y="102691"/>
                </a:cubicBezTo>
                <a:lnTo>
                  <a:pt x="0" y="125016"/>
                </a:lnTo>
                <a:cubicBezTo>
                  <a:pt x="0" y="179654"/>
                  <a:pt x="40909" y="224749"/>
                  <a:pt x="93762" y="231335"/>
                </a:cubicBezTo>
                <a:lnTo>
                  <a:pt x="93762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147340" y="285750"/>
                </a:lnTo>
                <a:cubicBezTo>
                  <a:pt x="154763" y="285750"/>
                  <a:pt x="160734" y="279778"/>
                  <a:pt x="160734" y="272355"/>
                </a:cubicBezTo>
                <a:cubicBezTo>
                  <a:pt x="160734" y="264933"/>
                  <a:pt x="154763" y="258961"/>
                  <a:pt x="147340" y="258961"/>
                </a:cubicBezTo>
                <a:lnTo>
                  <a:pt x="120551" y="258961"/>
                </a:lnTo>
                <a:lnTo>
                  <a:pt x="120551" y="231335"/>
                </a:lnTo>
                <a:cubicBezTo>
                  <a:pt x="173403" y="224749"/>
                  <a:pt x="214313" y="179654"/>
                  <a:pt x="214313" y="125016"/>
                </a:cubicBezTo>
                <a:lnTo>
                  <a:pt x="214313" y="102691"/>
                </a:lnTo>
                <a:cubicBezTo>
                  <a:pt x="214313" y="95269"/>
                  <a:pt x="208341" y="89297"/>
                  <a:pt x="200918" y="89297"/>
                </a:cubicBezTo>
                <a:cubicBezTo>
                  <a:pt x="193495" y="89297"/>
                  <a:pt x="187523" y="95269"/>
                  <a:pt x="187523" y="102691"/>
                </a:cubicBezTo>
                <a:lnTo>
                  <a:pt x="187523" y="125016"/>
                </a:lnTo>
                <a:cubicBezTo>
                  <a:pt x="187523" y="169385"/>
                  <a:pt x="151526" y="205383"/>
                  <a:pt x="107156" y="205383"/>
                </a:cubicBezTo>
                <a:cubicBezTo>
                  <a:pt x="62787" y="205383"/>
                  <a:pt x="26789" y="169385"/>
                  <a:pt x="26789" y="125016"/>
                </a:cubicBezTo>
                <a:lnTo>
                  <a:pt x="26789" y="102691"/>
                </a:ln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773096" y="21907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Assistants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08778" y="241935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song did they ask for?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24600" y="3409950"/>
            <a:ext cx="2628900" cy="1619250"/>
          </a:xfrm>
          <a:custGeom>
            <a:avLst/>
            <a:gdLst/>
            <a:ahLst/>
            <a:cxnLst/>
            <a:rect l="l" t="t" r="r" b="b"/>
            <a:pathLst>
              <a:path w="2628900" h="1619250">
                <a:moveTo>
                  <a:pt x="114303" y="0"/>
                </a:moveTo>
                <a:lnTo>
                  <a:pt x="2514597" y="0"/>
                </a:lnTo>
                <a:cubicBezTo>
                  <a:pt x="2577683" y="0"/>
                  <a:pt x="2628900" y="51217"/>
                  <a:pt x="2628900" y="114303"/>
                </a:cubicBezTo>
                <a:lnTo>
                  <a:pt x="2628900" y="1504947"/>
                </a:lnTo>
                <a:cubicBezTo>
                  <a:pt x="2628900" y="1568033"/>
                  <a:pt x="2577683" y="1619250"/>
                  <a:pt x="2514597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62838" y="352425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50031" y="35719"/>
                </a:moveTo>
                <a:cubicBezTo>
                  <a:pt x="309190" y="35719"/>
                  <a:pt x="357188" y="83716"/>
                  <a:pt x="357188" y="142875"/>
                </a:cubicBezTo>
                <a:cubicBezTo>
                  <a:pt x="357188" y="202034"/>
                  <a:pt x="309190" y="250031"/>
                  <a:pt x="250031" y="250031"/>
                </a:cubicBezTo>
                <a:lnTo>
                  <a:pt x="107156" y="250031"/>
                </a:lnTo>
                <a:cubicBezTo>
                  <a:pt x="47997" y="250031"/>
                  <a:pt x="0" y="202034"/>
                  <a:pt x="0" y="142875"/>
                </a:cubicBezTo>
                <a:cubicBezTo>
                  <a:pt x="0" y="83716"/>
                  <a:pt x="47997" y="35719"/>
                  <a:pt x="107156" y="35719"/>
                </a:cubicBezTo>
                <a:lnTo>
                  <a:pt x="250031" y="35719"/>
                </a:lnTo>
                <a:close/>
                <a:moveTo>
                  <a:pt x="107156" y="98227"/>
                </a:moveTo>
                <a:cubicBezTo>
                  <a:pt x="99733" y="98227"/>
                  <a:pt x="93762" y="104198"/>
                  <a:pt x="93762" y="111621"/>
                </a:cubicBezTo>
                <a:lnTo>
                  <a:pt x="93762" y="129480"/>
                </a:lnTo>
                <a:lnTo>
                  <a:pt x="75902" y="129480"/>
                </a:lnTo>
                <a:cubicBezTo>
                  <a:pt x="68480" y="129480"/>
                  <a:pt x="62508" y="135452"/>
                  <a:pt x="62508" y="142875"/>
                </a:cubicBezTo>
                <a:cubicBezTo>
                  <a:pt x="62508" y="150298"/>
                  <a:pt x="68480" y="156270"/>
                  <a:pt x="75902" y="156270"/>
                </a:cubicBezTo>
                <a:lnTo>
                  <a:pt x="93762" y="156270"/>
                </a:lnTo>
                <a:lnTo>
                  <a:pt x="93762" y="174129"/>
                </a:lnTo>
                <a:cubicBezTo>
                  <a:pt x="93762" y="181552"/>
                  <a:pt x="99733" y="187523"/>
                  <a:pt x="107156" y="187523"/>
                </a:cubicBezTo>
                <a:cubicBezTo>
                  <a:pt x="114579" y="187523"/>
                  <a:pt x="120551" y="181552"/>
                  <a:pt x="120551" y="174129"/>
                </a:cubicBezTo>
                <a:lnTo>
                  <a:pt x="120551" y="156270"/>
                </a:lnTo>
                <a:lnTo>
                  <a:pt x="138410" y="156270"/>
                </a:lnTo>
                <a:cubicBezTo>
                  <a:pt x="145833" y="156270"/>
                  <a:pt x="151805" y="150298"/>
                  <a:pt x="151805" y="142875"/>
                </a:cubicBezTo>
                <a:cubicBezTo>
                  <a:pt x="151805" y="135452"/>
                  <a:pt x="145833" y="129480"/>
                  <a:pt x="138410" y="129480"/>
                </a:cubicBezTo>
                <a:lnTo>
                  <a:pt x="120551" y="129480"/>
                </a:lnTo>
                <a:lnTo>
                  <a:pt x="120551" y="111621"/>
                </a:lnTo>
                <a:cubicBezTo>
                  <a:pt x="120551" y="104198"/>
                  <a:pt x="114579" y="98227"/>
                  <a:pt x="107156" y="98227"/>
                </a:cubicBezTo>
                <a:close/>
                <a:moveTo>
                  <a:pt x="241102" y="151805"/>
                </a:moveTo>
                <a:cubicBezTo>
                  <a:pt x="231245" y="151805"/>
                  <a:pt x="223242" y="159807"/>
                  <a:pt x="223242" y="169664"/>
                </a:cubicBezTo>
                <a:cubicBezTo>
                  <a:pt x="223242" y="179521"/>
                  <a:pt x="231245" y="187523"/>
                  <a:pt x="241102" y="187523"/>
                </a:cubicBezTo>
                <a:cubicBezTo>
                  <a:pt x="250958" y="187523"/>
                  <a:pt x="258961" y="179521"/>
                  <a:pt x="258961" y="169664"/>
                </a:cubicBezTo>
                <a:cubicBezTo>
                  <a:pt x="258961" y="159807"/>
                  <a:pt x="250958" y="151805"/>
                  <a:pt x="241102" y="151805"/>
                </a:cubicBezTo>
                <a:close/>
                <a:moveTo>
                  <a:pt x="276820" y="98227"/>
                </a:moveTo>
                <a:cubicBezTo>
                  <a:pt x="266963" y="98227"/>
                  <a:pt x="258961" y="106229"/>
                  <a:pt x="258961" y="116086"/>
                </a:cubicBezTo>
                <a:cubicBezTo>
                  <a:pt x="258961" y="125943"/>
                  <a:pt x="266963" y="133945"/>
                  <a:pt x="276820" y="133945"/>
                </a:cubicBezTo>
                <a:cubicBezTo>
                  <a:pt x="286677" y="133945"/>
                  <a:pt x="294680" y="125943"/>
                  <a:pt x="294680" y="116086"/>
                </a:cubicBezTo>
                <a:cubicBezTo>
                  <a:pt x="294680" y="106229"/>
                  <a:pt x="286677" y="98227"/>
                  <a:pt x="276820" y="98227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21537" y="3886200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Game Characters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05216" y="41148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 or run?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29700" y="3409950"/>
            <a:ext cx="2628900" cy="1619250"/>
          </a:xfrm>
          <a:custGeom>
            <a:avLst/>
            <a:gdLst/>
            <a:ahLst/>
            <a:cxnLst/>
            <a:rect l="l" t="t" r="r" b="b"/>
            <a:pathLst>
              <a:path w="2628900" h="1619250">
                <a:moveTo>
                  <a:pt x="114303" y="0"/>
                </a:moveTo>
                <a:lnTo>
                  <a:pt x="2514597" y="0"/>
                </a:lnTo>
                <a:cubicBezTo>
                  <a:pt x="2577683" y="0"/>
                  <a:pt x="2628900" y="51217"/>
                  <a:pt x="2628900" y="114303"/>
                </a:cubicBezTo>
                <a:lnTo>
                  <a:pt x="2628900" y="1504947"/>
                </a:lnTo>
                <a:cubicBezTo>
                  <a:pt x="2628900" y="1568033"/>
                  <a:pt x="2577683" y="1619250"/>
                  <a:pt x="2514597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203656" y="3524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5456" y="65522"/>
                </a:moveTo>
                <a:lnTo>
                  <a:pt x="60889" y="107156"/>
                </a:lnTo>
                <a:lnTo>
                  <a:pt x="224861" y="107156"/>
                </a:lnTo>
                <a:lnTo>
                  <a:pt x="210294" y="65522"/>
                </a:lnTo>
                <a:cubicBezTo>
                  <a:pt x="207783" y="58378"/>
                  <a:pt x="201030" y="53578"/>
                  <a:pt x="193439" y="53578"/>
                </a:cubicBezTo>
                <a:lnTo>
                  <a:pt x="92311" y="53578"/>
                </a:lnTo>
                <a:cubicBezTo>
                  <a:pt x="84720" y="53578"/>
                  <a:pt x="77967" y="58378"/>
                  <a:pt x="75456" y="65522"/>
                </a:cubicBezTo>
                <a:close/>
                <a:moveTo>
                  <a:pt x="22101" y="109835"/>
                </a:moveTo>
                <a:lnTo>
                  <a:pt x="41746" y="53746"/>
                </a:lnTo>
                <a:cubicBezTo>
                  <a:pt x="49281" y="32258"/>
                  <a:pt x="69540" y="17859"/>
                  <a:pt x="92311" y="17859"/>
                </a:cubicBezTo>
                <a:lnTo>
                  <a:pt x="193439" y="17859"/>
                </a:lnTo>
                <a:cubicBezTo>
                  <a:pt x="216210" y="17859"/>
                  <a:pt x="236469" y="32258"/>
                  <a:pt x="244004" y="53746"/>
                </a:cubicBezTo>
                <a:lnTo>
                  <a:pt x="263649" y="109835"/>
                </a:lnTo>
                <a:cubicBezTo>
                  <a:pt x="276597" y="115193"/>
                  <a:pt x="285750" y="127974"/>
                  <a:pt x="285750" y="142875"/>
                </a:cubicBezTo>
                <a:lnTo>
                  <a:pt x="285750" y="250031"/>
                </a:lnTo>
                <a:cubicBezTo>
                  <a:pt x="285750" y="259910"/>
                  <a:pt x="277769" y="267891"/>
                  <a:pt x="267891" y="267891"/>
                </a:cubicBezTo>
                <a:lnTo>
                  <a:pt x="250031" y="267891"/>
                </a:lnTo>
                <a:cubicBezTo>
                  <a:pt x="240153" y="267891"/>
                  <a:pt x="232172" y="259910"/>
                  <a:pt x="232172" y="250031"/>
                </a:cubicBezTo>
                <a:lnTo>
                  <a:pt x="232172" y="232172"/>
                </a:lnTo>
                <a:lnTo>
                  <a:pt x="53578" y="232172"/>
                </a:lnTo>
                <a:lnTo>
                  <a:pt x="53578" y="250031"/>
                </a:lnTo>
                <a:cubicBezTo>
                  <a:pt x="53578" y="259910"/>
                  <a:pt x="45597" y="267891"/>
                  <a:pt x="35719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142875"/>
                </a:lnTo>
                <a:cubicBezTo>
                  <a:pt x="0" y="127974"/>
                  <a:pt x="9153" y="115193"/>
                  <a:pt x="22101" y="109835"/>
                </a:cubicBezTo>
                <a:close/>
                <a:moveTo>
                  <a:pt x="71438" y="169664"/>
                </a:moveTo>
                <a:cubicBezTo>
                  <a:pt x="71438" y="159807"/>
                  <a:pt x="63435" y="151805"/>
                  <a:pt x="53578" y="151805"/>
                </a:cubicBezTo>
                <a:cubicBezTo>
                  <a:pt x="43721" y="151805"/>
                  <a:pt x="35719" y="159807"/>
                  <a:pt x="35719" y="169664"/>
                </a:cubicBezTo>
                <a:cubicBezTo>
                  <a:pt x="35719" y="179521"/>
                  <a:pt x="43721" y="187523"/>
                  <a:pt x="53578" y="187523"/>
                </a:cubicBezTo>
                <a:cubicBezTo>
                  <a:pt x="63435" y="187523"/>
                  <a:pt x="71438" y="179521"/>
                  <a:pt x="71438" y="169664"/>
                </a:cubicBezTo>
                <a:close/>
                <a:moveTo>
                  <a:pt x="232172" y="187523"/>
                </a:moveTo>
                <a:cubicBezTo>
                  <a:pt x="242029" y="187523"/>
                  <a:pt x="250031" y="179521"/>
                  <a:pt x="250031" y="169664"/>
                </a:cubicBezTo>
                <a:cubicBezTo>
                  <a:pt x="250031" y="159807"/>
                  <a:pt x="242029" y="151805"/>
                  <a:pt x="232172" y="151805"/>
                </a:cubicBezTo>
                <a:cubicBezTo>
                  <a:pt x="222315" y="151805"/>
                  <a:pt x="214313" y="159807"/>
                  <a:pt x="214313" y="169664"/>
                </a:cubicBezTo>
                <a:cubicBezTo>
                  <a:pt x="214313" y="179521"/>
                  <a:pt x="222315" y="187523"/>
                  <a:pt x="232172" y="187523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745117" y="388620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Self-Driving Cars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09534" y="41148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 sign or speed limit?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2200" y="5334000"/>
            <a:ext cx="5638800" cy="1143000"/>
          </a:xfrm>
          <a:custGeom>
            <a:avLst/>
            <a:gdLst/>
            <a:ahLst/>
            <a:cxnLst/>
            <a:rect l="l" t="t" r="r" b="b"/>
            <a:pathLst>
              <a:path w="5638800" h="1143000">
                <a:moveTo>
                  <a:pt x="152396" y="0"/>
                </a:moveTo>
                <a:lnTo>
                  <a:pt x="5486404" y="0"/>
                </a:lnTo>
                <a:cubicBezTo>
                  <a:pt x="5570570" y="0"/>
                  <a:pt x="5638800" y="68230"/>
                  <a:pt x="5638800" y="152396"/>
                </a:cubicBezTo>
                <a:lnTo>
                  <a:pt x="5638800" y="990604"/>
                </a:lnTo>
                <a:cubicBezTo>
                  <a:pt x="5638800" y="1074770"/>
                  <a:pt x="5570570" y="1143000"/>
                  <a:pt x="548640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336506" y="5524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62725" y="5486400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Learning Part: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24600" y="5829300"/>
            <a:ext cx="5410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the AI gets it wrong, it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adjusts the weights and bias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If it said "no rain" but it DID rain, it increases the weight for "dark clouds" next time!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27447" y="5429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07156" y="35719"/>
                </a:moveTo>
                <a:cubicBezTo>
                  <a:pt x="47997" y="35719"/>
                  <a:pt x="0" y="83716"/>
                  <a:pt x="0" y="142875"/>
                </a:cubicBezTo>
                <a:cubicBezTo>
                  <a:pt x="0" y="202034"/>
                  <a:pt x="47997" y="250031"/>
                  <a:pt x="107156" y="250031"/>
                </a:cubicBezTo>
                <a:lnTo>
                  <a:pt x="214313" y="250031"/>
                </a:lnTo>
                <a:cubicBezTo>
                  <a:pt x="273472" y="250031"/>
                  <a:pt x="321469" y="202034"/>
                  <a:pt x="321469" y="142875"/>
                </a:cubicBezTo>
                <a:cubicBezTo>
                  <a:pt x="321469" y="83716"/>
                  <a:pt x="273472" y="35719"/>
                  <a:pt x="214313" y="35719"/>
                </a:cubicBezTo>
                <a:lnTo>
                  <a:pt x="107156" y="35719"/>
                </a:lnTo>
                <a:close/>
                <a:moveTo>
                  <a:pt x="214313" y="89297"/>
                </a:moveTo>
                <a:cubicBezTo>
                  <a:pt x="243883" y="89297"/>
                  <a:pt x="267891" y="113304"/>
                  <a:pt x="267891" y="142875"/>
                </a:cubicBezTo>
                <a:cubicBezTo>
                  <a:pt x="267891" y="172446"/>
                  <a:pt x="243883" y="196453"/>
                  <a:pt x="214313" y="196453"/>
                </a:cubicBezTo>
                <a:cubicBezTo>
                  <a:pt x="184742" y="196453"/>
                  <a:pt x="160734" y="172446"/>
                  <a:pt x="160734" y="142875"/>
                </a:cubicBezTo>
                <a:cubicBezTo>
                  <a:pt x="160734" y="113304"/>
                  <a:pt x="184742" y="89297"/>
                  <a:pt x="214313" y="892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086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Activation Functions - The Decision Button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43000"/>
            <a:ext cx="7572375" cy="1447800"/>
          </a:xfrm>
          <a:custGeom>
            <a:avLst/>
            <a:gdLst/>
            <a:ahLst/>
            <a:cxnLst/>
            <a:rect l="l" t="t" r="r" b="b"/>
            <a:pathLst>
              <a:path w="7572375" h="1447800">
                <a:moveTo>
                  <a:pt x="152395" y="0"/>
                </a:moveTo>
                <a:lnTo>
                  <a:pt x="7419980" y="0"/>
                </a:lnTo>
                <a:cubicBezTo>
                  <a:pt x="7504089" y="0"/>
                  <a:pt x="7572375" y="68286"/>
                  <a:pt x="7572375" y="152395"/>
                </a:cubicBezTo>
                <a:lnTo>
                  <a:pt x="7572375" y="1295405"/>
                </a:lnTo>
                <a:cubicBezTo>
                  <a:pt x="7572375" y="1379514"/>
                  <a:pt x="7504089" y="1447800"/>
                  <a:pt x="7419980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100000">
                <a:srgbClr val="FFD93D"/>
              </a:gs>
            </a:gsLst>
            <a:lin ang="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400" y="1295400"/>
            <a:ext cx="736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🎭 Story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3400" y="1638300"/>
            <a:ext cx="7343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You've calculated your score (17 + 5 = 22 points). But now what? Do you: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Definitely order the pizza?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Maybe order it?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Definitely NOT order it?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2209800"/>
            <a:ext cx="7343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need a DECISION BUTTON - that's the ACTIVATION FUNCTION!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743200"/>
            <a:ext cx="7553325" cy="3733800"/>
          </a:xfrm>
          <a:custGeom>
            <a:avLst/>
            <a:gdLst/>
            <a:ahLst/>
            <a:cxnLst/>
            <a:rect l="l" t="t" r="r" b="b"/>
            <a:pathLst>
              <a:path w="7553325" h="3733800">
                <a:moveTo>
                  <a:pt x="38100" y="0"/>
                </a:moveTo>
                <a:lnTo>
                  <a:pt x="7400911" y="0"/>
                </a:lnTo>
                <a:cubicBezTo>
                  <a:pt x="7485087" y="0"/>
                  <a:pt x="7553325" y="68238"/>
                  <a:pt x="7553325" y="152414"/>
                </a:cubicBezTo>
                <a:lnTo>
                  <a:pt x="7553325" y="3581386"/>
                </a:lnTo>
                <a:cubicBezTo>
                  <a:pt x="7553325" y="3665562"/>
                  <a:pt x="7485087" y="3733800"/>
                  <a:pt x="7400911" y="3733800"/>
                </a:cubicBezTo>
                <a:lnTo>
                  <a:pt x="38100" y="3733800"/>
                </a:lnTo>
                <a:cubicBezTo>
                  <a:pt x="17072" y="3733800"/>
                  <a:pt x="0" y="3716728"/>
                  <a:pt x="0" y="3695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0050" y="2743200"/>
            <a:ext cx="38100" cy="3733800"/>
          </a:xfrm>
          <a:custGeom>
            <a:avLst/>
            <a:gdLst/>
            <a:ahLst/>
            <a:cxnLst/>
            <a:rect l="l" t="t" r="r" b="b"/>
            <a:pathLst>
              <a:path w="38100" h="3733800">
                <a:moveTo>
                  <a:pt x="38100" y="0"/>
                </a:moveTo>
                <a:lnTo>
                  <a:pt x="38100" y="0"/>
                </a:lnTo>
                <a:lnTo>
                  <a:pt x="38100" y="3733800"/>
                </a:lnTo>
                <a:lnTo>
                  <a:pt x="38100" y="3733800"/>
                </a:lnTo>
                <a:cubicBezTo>
                  <a:pt x="17072" y="3733800"/>
                  <a:pt x="0" y="3716728"/>
                  <a:pt x="0" y="3695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1500" y="2895600"/>
            <a:ext cx="731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 activation function looks at your score and decides: "Yes," "No," or "Maybe."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3286125"/>
            <a:ext cx="2314575" cy="3028950"/>
          </a:xfrm>
          <a:custGeom>
            <a:avLst/>
            <a:gdLst/>
            <a:ahLst/>
            <a:cxnLst/>
            <a:rect l="l" t="t" r="r" b="b"/>
            <a:pathLst>
              <a:path w="2314575" h="3028950">
                <a:moveTo>
                  <a:pt x="114294" y="0"/>
                </a:moveTo>
                <a:lnTo>
                  <a:pt x="2200281" y="0"/>
                </a:lnTo>
                <a:cubicBezTo>
                  <a:pt x="2263362" y="0"/>
                  <a:pt x="2314575" y="51213"/>
                  <a:pt x="2314575" y="114294"/>
                </a:cubicBezTo>
                <a:lnTo>
                  <a:pt x="2314575" y="2914656"/>
                </a:lnTo>
                <a:cubicBezTo>
                  <a:pt x="2314575" y="2977737"/>
                  <a:pt x="2263362" y="3028950"/>
                  <a:pt x="2200281" y="3028950"/>
                </a:cubicBezTo>
                <a:lnTo>
                  <a:pt x="114294" y="3028950"/>
                </a:lnTo>
                <a:cubicBezTo>
                  <a:pt x="51213" y="3028950"/>
                  <a:pt x="0" y="2977737"/>
                  <a:pt x="0" y="29146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 w="254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4850" y="3409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7225" y="34099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2050" y="34671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Step Function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850" y="38671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(Yes or No - No Maybe!)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850" y="4095750"/>
            <a:ext cx="2066925" cy="1866900"/>
          </a:xfrm>
          <a:custGeom>
            <a:avLst/>
            <a:gdLst/>
            <a:ahLst/>
            <a:cxnLst/>
            <a:rect l="l" t="t" r="r" b="b"/>
            <a:pathLst>
              <a:path w="2066925" h="1866900">
                <a:moveTo>
                  <a:pt x="76207" y="0"/>
                </a:moveTo>
                <a:lnTo>
                  <a:pt x="1990718" y="0"/>
                </a:lnTo>
                <a:cubicBezTo>
                  <a:pt x="2032806" y="0"/>
                  <a:pt x="2066925" y="34119"/>
                  <a:pt x="2066925" y="76207"/>
                </a:cubicBezTo>
                <a:lnTo>
                  <a:pt x="2066925" y="1790693"/>
                </a:lnTo>
                <a:cubicBezTo>
                  <a:pt x="2066925" y="1832781"/>
                  <a:pt x="2032806" y="1866900"/>
                  <a:pt x="1990718" y="1866900"/>
                </a:cubicBezTo>
                <a:lnTo>
                  <a:pt x="76207" y="1866900"/>
                </a:lnTo>
                <a:cubicBezTo>
                  <a:pt x="34119" y="1866900"/>
                  <a:pt x="0" y="1832781"/>
                  <a:pt x="0" y="17906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1050" y="417195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Score above 15? → </a:t>
            </a: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 (1)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1050" y="440055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Score below 15? → </a:t>
            </a:r>
            <a:r>
              <a:rPr lang="en-US" sz="1050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(0)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850" y="6038850"/>
            <a:ext cx="2124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a light switch: ON or OFF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27759" y="3286125"/>
            <a:ext cx="2314575" cy="3028950"/>
          </a:xfrm>
          <a:custGeom>
            <a:avLst/>
            <a:gdLst/>
            <a:ahLst/>
            <a:cxnLst/>
            <a:rect l="l" t="t" r="r" b="b"/>
            <a:pathLst>
              <a:path w="2314575" h="3028950">
                <a:moveTo>
                  <a:pt x="114294" y="0"/>
                </a:moveTo>
                <a:lnTo>
                  <a:pt x="2200281" y="0"/>
                </a:lnTo>
                <a:cubicBezTo>
                  <a:pt x="2263362" y="0"/>
                  <a:pt x="2314575" y="51213"/>
                  <a:pt x="2314575" y="114294"/>
                </a:cubicBezTo>
                <a:lnTo>
                  <a:pt x="2314575" y="2914656"/>
                </a:lnTo>
                <a:cubicBezTo>
                  <a:pt x="2314575" y="2977737"/>
                  <a:pt x="2263362" y="3028950"/>
                  <a:pt x="2200281" y="3028950"/>
                </a:cubicBezTo>
                <a:lnTo>
                  <a:pt x="114294" y="3028950"/>
                </a:lnTo>
                <a:cubicBezTo>
                  <a:pt x="51213" y="3028950"/>
                  <a:pt x="0" y="2977737"/>
                  <a:pt x="0" y="29146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51584" y="3409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03959" y="34099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08784" y="34671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Sigmoid Function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151584" y="38671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(The Maybe Button)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151584" y="4095750"/>
            <a:ext cx="2066925" cy="1866900"/>
          </a:xfrm>
          <a:custGeom>
            <a:avLst/>
            <a:gdLst/>
            <a:ahLst/>
            <a:cxnLst/>
            <a:rect l="l" t="t" r="r" b="b"/>
            <a:pathLst>
              <a:path w="2066925" h="1866900">
                <a:moveTo>
                  <a:pt x="76207" y="0"/>
                </a:moveTo>
                <a:lnTo>
                  <a:pt x="1990718" y="0"/>
                </a:lnTo>
                <a:cubicBezTo>
                  <a:pt x="2032806" y="0"/>
                  <a:pt x="2066925" y="34119"/>
                  <a:pt x="2066925" y="76207"/>
                </a:cubicBezTo>
                <a:lnTo>
                  <a:pt x="2066925" y="1790693"/>
                </a:lnTo>
                <a:cubicBezTo>
                  <a:pt x="2066925" y="1832781"/>
                  <a:pt x="2032806" y="1866900"/>
                  <a:pt x="1990718" y="1866900"/>
                </a:cubicBezTo>
                <a:lnTo>
                  <a:pt x="76207" y="1866900"/>
                </a:lnTo>
                <a:cubicBezTo>
                  <a:pt x="34119" y="1866900"/>
                  <a:pt x="0" y="1832781"/>
                  <a:pt x="0" y="17906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27784" y="417195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Score = 25 → </a:t>
            </a: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 YES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27784" y="440055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Score = 15 → </a:t>
            </a:r>
            <a:r>
              <a:rPr lang="en-US" sz="1050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 MAYBE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27784" y="462915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Score = 5 → </a:t>
            </a:r>
            <a:r>
              <a:rPr lang="en-US" sz="1050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NO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151584" y="6038850"/>
            <a:ext cx="2124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a dimmer switch: 0% to 100%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74643" y="3286125"/>
            <a:ext cx="2314575" cy="3028950"/>
          </a:xfrm>
          <a:custGeom>
            <a:avLst/>
            <a:gdLst/>
            <a:ahLst/>
            <a:cxnLst/>
            <a:rect l="l" t="t" r="r" b="b"/>
            <a:pathLst>
              <a:path w="2314575" h="3028950">
                <a:moveTo>
                  <a:pt x="114294" y="0"/>
                </a:moveTo>
                <a:lnTo>
                  <a:pt x="2200281" y="0"/>
                </a:lnTo>
                <a:cubicBezTo>
                  <a:pt x="2263362" y="0"/>
                  <a:pt x="2314575" y="51213"/>
                  <a:pt x="2314575" y="114294"/>
                </a:cubicBezTo>
                <a:lnTo>
                  <a:pt x="2314575" y="2914656"/>
                </a:lnTo>
                <a:cubicBezTo>
                  <a:pt x="2314575" y="2977737"/>
                  <a:pt x="2263362" y="3028950"/>
                  <a:pt x="2200281" y="3028950"/>
                </a:cubicBezTo>
                <a:lnTo>
                  <a:pt x="114294" y="3028950"/>
                </a:lnTo>
                <a:cubicBezTo>
                  <a:pt x="51213" y="3028950"/>
                  <a:pt x="0" y="2977737"/>
                  <a:pt x="0" y="291465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98468" y="3409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50843" y="34099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55668" y="346710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ReLU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98468" y="386715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(Excitement Meter)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98468" y="4095750"/>
            <a:ext cx="2066925" cy="1866900"/>
          </a:xfrm>
          <a:custGeom>
            <a:avLst/>
            <a:gdLst/>
            <a:ahLst/>
            <a:cxnLst/>
            <a:rect l="l" t="t" r="r" b="b"/>
            <a:pathLst>
              <a:path w="2066925" h="1866900">
                <a:moveTo>
                  <a:pt x="76207" y="0"/>
                </a:moveTo>
                <a:lnTo>
                  <a:pt x="1990718" y="0"/>
                </a:lnTo>
                <a:cubicBezTo>
                  <a:pt x="2032806" y="0"/>
                  <a:pt x="2066925" y="34119"/>
                  <a:pt x="2066925" y="76207"/>
                </a:cubicBezTo>
                <a:lnTo>
                  <a:pt x="2066925" y="1790693"/>
                </a:lnTo>
                <a:cubicBezTo>
                  <a:pt x="2066925" y="1832781"/>
                  <a:pt x="2032806" y="1866900"/>
                  <a:pt x="1990718" y="1866900"/>
                </a:cubicBezTo>
                <a:lnTo>
                  <a:pt x="76207" y="1866900"/>
                </a:lnTo>
                <a:cubicBezTo>
                  <a:pt x="34119" y="1866900"/>
                  <a:pt x="0" y="1832781"/>
                  <a:pt x="0" y="17906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74668" y="4171950"/>
            <a:ext cx="198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Negative score? → </a:t>
            </a:r>
            <a:r>
              <a:rPr lang="en-US" sz="1050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interested)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674668" y="4591050"/>
            <a:ext cx="198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Positive score? → </a:t>
            </a: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that score!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598468" y="6038850"/>
            <a:ext cx="2124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your enthusiasm level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02501" y="1143000"/>
            <a:ext cx="3705225" cy="5334000"/>
          </a:xfrm>
          <a:custGeom>
            <a:avLst/>
            <a:gdLst/>
            <a:ahLst/>
            <a:cxnLst/>
            <a:rect l="l" t="t" r="r" b="b"/>
            <a:pathLst>
              <a:path w="3705225" h="5334000">
                <a:moveTo>
                  <a:pt x="152396" y="0"/>
                </a:moveTo>
                <a:lnTo>
                  <a:pt x="3552829" y="0"/>
                </a:lnTo>
                <a:cubicBezTo>
                  <a:pt x="3636995" y="0"/>
                  <a:pt x="3705225" y="68230"/>
                  <a:pt x="3705225" y="152396"/>
                </a:cubicBezTo>
                <a:lnTo>
                  <a:pt x="3705225" y="5181604"/>
                </a:lnTo>
                <a:cubicBezTo>
                  <a:pt x="3705225" y="5265770"/>
                  <a:pt x="3636995" y="5334000"/>
                  <a:pt x="3552829" y="5334000"/>
                </a:cubicBezTo>
                <a:lnTo>
                  <a:pt x="152396" y="5334000"/>
                </a:lnTo>
                <a:cubicBezTo>
                  <a:pt x="68230" y="5334000"/>
                  <a:pt x="0" y="5265770"/>
                  <a:pt x="0" y="518160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12038" y="12954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📊 Visual Representations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21563" y="16764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Function</a:t>
            </a:r>
            <a:endParaRPr lang="en-US" sz="160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54901" y="1905000"/>
            <a:ext cx="3400425" cy="1238250"/>
          </a:xfrm>
          <a:prstGeom prst="roundRect">
            <a:avLst>
              <a:gd name="adj" fmla="val 0"/>
            </a:avLst>
          </a:prstGeom>
        </p:spPr>
      </p:pic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254901" y="1905000"/>
            <a:ext cx="3400425" cy="1238250"/>
          </a:xfrm>
          <a:prstGeom prst="roundRect">
            <a:avLst>
              <a:gd name="adj" fmla="val 0"/>
            </a:avLst>
          </a:prstGeom>
        </p:spPr>
      </p:pic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254901" y="1905000"/>
            <a:ext cx="3400425" cy="1238250"/>
          </a:xfrm>
          <a:prstGeom prst="roundRect">
            <a:avLst>
              <a:gd name="adj" fmla="val 0"/>
            </a:avLst>
          </a:prstGeom>
        </p:spPr>
      </p:pic>
      <p:sp>
        <p:nvSpPr>
          <p:cNvPr id="46" name="Text 41"/>
          <p:cNvSpPr/>
          <p:nvPr/>
        </p:nvSpPr>
        <p:spPr>
          <a:xfrm>
            <a:off x="8221563" y="32575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Sigmoid Function</a:t>
            </a:r>
            <a:endParaRPr lang="en-US" sz="160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254901" y="3486150"/>
            <a:ext cx="3400425" cy="1238250"/>
          </a:xfrm>
          <a:prstGeom prst="roundRect">
            <a:avLst>
              <a:gd name="adj" fmla="val 0"/>
            </a:avLst>
          </a:prstGeom>
        </p:spPr>
      </p:pic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254901" y="3486150"/>
            <a:ext cx="3400425" cy="1238250"/>
          </a:xfrm>
          <a:prstGeom prst="roundRect">
            <a:avLst>
              <a:gd name="adj" fmla="val 0"/>
            </a:avLst>
          </a:prstGeom>
        </p:spPr>
      </p:pic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254901" y="3486150"/>
            <a:ext cx="3400425" cy="1238250"/>
          </a:xfrm>
          <a:prstGeom prst="roundRect">
            <a:avLst>
              <a:gd name="adj" fmla="val 0"/>
            </a:avLst>
          </a:prstGeom>
        </p:spPr>
      </p:pic>
      <p:sp>
        <p:nvSpPr>
          <p:cNvPr id="50" name="Text 42"/>
          <p:cNvSpPr/>
          <p:nvPr/>
        </p:nvSpPr>
        <p:spPr>
          <a:xfrm>
            <a:off x="8221563" y="48387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 Function</a:t>
            </a:r>
            <a:endParaRPr lang="en-US" sz="160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54901" y="5067300"/>
            <a:ext cx="3400425" cy="1238250"/>
          </a:xfrm>
          <a:prstGeom prst="roundRect">
            <a:avLst>
              <a:gd name="adj" fmla="val 0"/>
            </a:avLst>
          </a:prstGeom>
        </p:spPr>
      </p:pic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254901" y="5067300"/>
            <a:ext cx="3400425" cy="1238250"/>
          </a:xfrm>
          <a:prstGeom prst="roundRect">
            <a:avLst>
              <a:gd name="adj" fmla="val 0"/>
            </a:avLst>
          </a:prstGeom>
        </p:spPr>
      </p:pic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254901" y="5067300"/>
            <a:ext cx="3400425" cy="123825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608" y="351608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281286" y="0"/>
                </a:moveTo>
                <a:lnTo>
                  <a:pt x="281286" y="0"/>
                </a:lnTo>
                <a:cubicBezTo>
                  <a:pt x="436532" y="0"/>
                  <a:pt x="562572" y="126040"/>
                  <a:pt x="562572" y="281286"/>
                </a:cubicBezTo>
                <a:lnTo>
                  <a:pt x="562572" y="281286"/>
                </a:lnTo>
                <a:cubicBezTo>
                  <a:pt x="562572" y="436532"/>
                  <a:pt x="436532" y="562572"/>
                  <a:pt x="281286" y="562572"/>
                </a:cubicBezTo>
                <a:lnTo>
                  <a:pt x="281286" y="562572"/>
                </a:lnTo>
                <a:cubicBezTo>
                  <a:pt x="126040" y="562572"/>
                  <a:pt x="0" y="436532"/>
                  <a:pt x="0" y="281286"/>
                </a:cubicBezTo>
                <a:lnTo>
                  <a:pt x="0" y="281286"/>
                </a:lnTo>
                <a:cubicBezTo>
                  <a:pt x="0" y="126040"/>
                  <a:pt x="126040" y="0"/>
                  <a:pt x="281286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3239" y="501041"/>
            <a:ext cx="263706" cy="263706"/>
          </a:xfrm>
          <a:custGeom>
            <a:avLst/>
            <a:gdLst/>
            <a:ahLst/>
            <a:cxnLst/>
            <a:rect l="l" t="t" r="r" b="b"/>
            <a:pathLst>
              <a:path w="263706" h="263706">
                <a:moveTo>
                  <a:pt x="0" y="131853"/>
                </a:moveTo>
                <a:cubicBezTo>
                  <a:pt x="0" y="59081"/>
                  <a:pt x="59081" y="0"/>
                  <a:pt x="131853" y="0"/>
                </a:cubicBezTo>
                <a:cubicBezTo>
                  <a:pt x="204625" y="0"/>
                  <a:pt x="263706" y="59081"/>
                  <a:pt x="263706" y="131853"/>
                </a:cubicBezTo>
                <a:cubicBezTo>
                  <a:pt x="263706" y="204625"/>
                  <a:pt x="204625" y="263706"/>
                  <a:pt x="131853" y="263706"/>
                </a:cubicBezTo>
                <a:cubicBezTo>
                  <a:pt x="59081" y="263706"/>
                  <a:pt x="0" y="204625"/>
                  <a:pt x="0" y="131853"/>
                </a:cubicBezTo>
                <a:close/>
                <a:moveTo>
                  <a:pt x="96984" y="75764"/>
                </a:moveTo>
                <a:cubicBezTo>
                  <a:pt x="93070" y="77927"/>
                  <a:pt x="90649" y="82099"/>
                  <a:pt x="90649" y="86528"/>
                </a:cubicBezTo>
                <a:lnTo>
                  <a:pt x="90649" y="177177"/>
                </a:lnTo>
                <a:cubicBezTo>
                  <a:pt x="90649" y="181658"/>
                  <a:pt x="93070" y="185779"/>
                  <a:pt x="96984" y="187942"/>
                </a:cubicBezTo>
                <a:cubicBezTo>
                  <a:pt x="100898" y="190105"/>
                  <a:pt x="105637" y="190054"/>
                  <a:pt x="109500" y="187684"/>
                </a:cubicBezTo>
                <a:lnTo>
                  <a:pt x="183667" y="142360"/>
                </a:lnTo>
                <a:cubicBezTo>
                  <a:pt x="187324" y="140094"/>
                  <a:pt x="189590" y="136128"/>
                  <a:pt x="189590" y="131801"/>
                </a:cubicBezTo>
                <a:cubicBezTo>
                  <a:pt x="189590" y="127475"/>
                  <a:pt x="187324" y="123509"/>
                  <a:pt x="183667" y="121243"/>
                </a:cubicBezTo>
                <a:lnTo>
                  <a:pt x="109500" y="75918"/>
                </a:lnTo>
                <a:cubicBezTo>
                  <a:pt x="105688" y="73601"/>
                  <a:pt x="100898" y="73498"/>
                  <a:pt x="96984" y="7566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54823" y="421929"/>
            <a:ext cx="6566275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2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Activation Functions in Action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1608" y="1054823"/>
            <a:ext cx="11488784" cy="843859"/>
          </a:xfrm>
          <a:custGeom>
            <a:avLst/>
            <a:gdLst/>
            <a:ahLst/>
            <a:cxnLst/>
            <a:rect l="l" t="t" r="r" b="b"/>
            <a:pathLst>
              <a:path w="11488784" h="843859">
                <a:moveTo>
                  <a:pt x="140646" y="0"/>
                </a:moveTo>
                <a:lnTo>
                  <a:pt x="11348138" y="0"/>
                </a:lnTo>
                <a:cubicBezTo>
                  <a:pt x="11425815" y="0"/>
                  <a:pt x="11488784" y="62969"/>
                  <a:pt x="11488784" y="140646"/>
                </a:cubicBezTo>
                <a:lnTo>
                  <a:pt x="11488784" y="703213"/>
                </a:lnTo>
                <a:cubicBezTo>
                  <a:pt x="11488784" y="780889"/>
                  <a:pt x="11425815" y="843859"/>
                  <a:pt x="11348138" y="843859"/>
                </a:cubicBezTo>
                <a:lnTo>
                  <a:pt x="140646" y="843859"/>
                </a:lnTo>
                <a:cubicBezTo>
                  <a:pt x="63021" y="843859"/>
                  <a:pt x="0" y="780837"/>
                  <a:pt x="0" y="703213"/>
                </a:cubicBezTo>
                <a:lnTo>
                  <a:pt x="0" y="140646"/>
                </a:lnTo>
                <a:cubicBezTo>
                  <a:pt x="0" y="63021"/>
                  <a:pt x="63021" y="0"/>
                  <a:pt x="14064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100000">
                <a:srgbClr val="FFD93D"/>
              </a:gs>
            </a:gsLst>
            <a:lin ang="0" scaled="1"/>
          </a:gradFill>
          <a:ln/>
          <a:effectLst>
            <a:outerShdw blurRad="219755" dist="17580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9510" y="1195466"/>
            <a:ext cx="11312981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🎯 Scenario: Pizza Score = 22 points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090" y="1547074"/>
            <a:ext cx="1127782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see how each activation function processes this score!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1608" y="2056906"/>
            <a:ext cx="3735833" cy="3577609"/>
          </a:xfrm>
          <a:custGeom>
            <a:avLst/>
            <a:gdLst/>
            <a:ahLst/>
            <a:cxnLst/>
            <a:rect l="l" t="t" r="r" b="b"/>
            <a:pathLst>
              <a:path w="3735833" h="3577609">
                <a:moveTo>
                  <a:pt x="35161" y="0"/>
                </a:moveTo>
                <a:lnTo>
                  <a:pt x="3700672" y="0"/>
                </a:lnTo>
                <a:cubicBezTo>
                  <a:pt x="3720091" y="0"/>
                  <a:pt x="3735833" y="15742"/>
                  <a:pt x="3735833" y="35161"/>
                </a:cubicBezTo>
                <a:lnTo>
                  <a:pt x="3735833" y="3436973"/>
                </a:lnTo>
                <a:cubicBezTo>
                  <a:pt x="3735833" y="3514644"/>
                  <a:pt x="3672868" y="3577609"/>
                  <a:pt x="3595197" y="3577609"/>
                </a:cubicBezTo>
                <a:lnTo>
                  <a:pt x="140636" y="3577609"/>
                </a:lnTo>
                <a:cubicBezTo>
                  <a:pt x="62965" y="3577609"/>
                  <a:pt x="0" y="3514644"/>
                  <a:pt x="0" y="343697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1608" y="2056906"/>
            <a:ext cx="3735833" cy="35161"/>
          </a:xfrm>
          <a:custGeom>
            <a:avLst/>
            <a:gdLst/>
            <a:ahLst/>
            <a:cxnLst/>
            <a:rect l="l" t="t" r="r" b="b"/>
            <a:pathLst>
              <a:path w="3735833" h="35161">
                <a:moveTo>
                  <a:pt x="35161" y="0"/>
                </a:moveTo>
                <a:lnTo>
                  <a:pt x="3700672" y="0"/>
                </a:lnTo>
                <a:cubicBezTo>
                  <a:pt x="3720091" y="0"/>
                  <a:pt x="3735833" y="15742"/>
                  <a:pt x="3735833" y="35161"/>
                </a:cubicBezTo>
                <a:lnTo>
                  <a:pt x="3735833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2251" y="2215129"/>
            <a:ext cx="492251" cy="492251"/>
          </a:xfrm>
          <a:custGeom>
            <a:avLst/>
            <a:gdLst/>
            <a:ahLst/>
            <a:cxnLst/>
            <a:rect l="l" t="t" r="r" b="b"/>
            <a:pathLst>
              <a:path w="492251" h="492251">
                <a:moveTo>
                  <a:pt x="246125" y="0"/>
                </a:moveTo>
                <a:lnTo>
                  <a:pt x="246125" y="0"/>
                </a:lnTo>
                <a:cubicBezTo>
                  <a:pt x="381966" y="0"/>
                  <a:pt x="492251" y="110285"/>
                  <a:pt x="492251" y="246125"/>
                </a:cubicBezTo>
                <a:lnTo>
                  <a:pt x="492251" y="246125"/>
                </a:lnTo>
                <a:cubicBezTo>
                  <a:pt x="492251" y="381966"/>
                  <a:pt x="381966" y="492251"/>
                  <a:pt x="246125" y="492251"/>
                </a:cubicBezTo>
                <a:lnTo>
                  <a:pt x="246125" y="492251"/>
                </a:lnTo>
                <a:cubicBezTo>
                  <a:pt x="110285" y="492251"/>
                  <a:pt x="0" y="381966"/>
                  <a:pt x="0" y="246125"/>
                </a:cubicBezTo>
                <a:lnTo>
                  <a:pt x="0" y="246125"/>
                </a:lnTo>
                <a:cubicBezTo>
                  <a:pt x="0" y="110285"/>
                  <a:pt x="110285" y="0"/>
                  <a:pt x="246125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6079" y="2355772"/>
            <a:ext cx="184594" cy="210965"/>
          </a:xfrm>
          <a:custGeom>
            <a:avLst/>
            <a:gdLst/>
            <a:ahLst/>
            <a:cxnLst/>
            <a:rect l="l" t="t" r="r" b="b"/>
            <a:pathLst>
              <a:path w="184594" h="210965">
                <a:moveTo>
                  <a:pt x="139599" y="-4079"/>
                </a:moveTo>
                <a:cubicBezTo>
                  <a:pt x="144503" y="-536"/>
                  <a:pt x="146316" y="5892"/>
                  <a:pt x="144091" y="11496"/>
                </a:cubicBezTo>
                <a:lnTo>
                  <a:pt x="111787" y="92297"/>
                </a:lnTo>
                <a:lnTo>
                  <a:pt x="171409" y="92297"/>
                </a:lnTo>
                <a:cubicBezTo>
                  <a:pt x="176971" y="92297"/>
                  <a:pt x="181916" y="95758"/>
                  <a:pt x="183811" y="100991"/>
                </a:cubicBezTo>
                <a:cubicBezTo>
                  <a:pt x="185707" y="106224"/>
                  <a:pt x="184100" y="112075"/>
                  <a:pt x="179856" y="115619"/>
                </a:cubicBezTo>
                <a:lnTo>
                  <a:pt x="61188" y="214508"/>
                </a:lnTo>
                <a:cubicBezTo>
                  <a:pt x="56532" y="218381"/>
                  <a:pt x="49898" y="218587"/>
                  <a:pt x="44995" y="215044"/>
                </a:cubicBezTo>
                <a:cubicBezTo>
                  <a:pt x="40092" y="211500"/>
                  <a:pt x="38279" y="205072"/>
                  <a:pt x="40504" y="199469"/>
                </a:cubicBezTo>
                <a:lnTo>
                  <a:pt x="72808" y="118668"/>
                </a:lnTo>
                <a:lnTo>
                  <a:pt x="13185" y="118668"/>
                </a:lnTo>
                <a:cubicBezTo>
                  <a:pt x="7623" y="118668"/>
                  <a:pt x="2678" y="115206"/>
                  <a:pt x="783" y="109974"/>
                </a:cubicBezTo>
                <a:cubicBezTo>
                  <a:pt x="-1113" y="104741"/>
                  <a:pt x="494" y="98890"/>
                  <a:pt x="4738" y="95346"/>
                </a:cubicBezTo>
                <a:lnTo>
                  <a:pt x="123406" y="-3544"/>
                </a:lnTo>
                <a:cubicBezTo>
                  <a:pt x="128062" y="-7417"/>
                  <a:pt x="134696" y="-7623"/>
                  <a:pt x="139599" y="-407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89984" y="2338192"/>
            <a:ext cx="117788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Step Function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2251" y="2812862"/>
            <a:ext cx="3454547" cy="668055"/>
          </a:xfrm>
          <a:custGeom>
            <a:avLst/>
            <a:gdLst/>
            <a:ahLst/>
            <a:cxnLst/>
            <a:rect l="l" t="t" r="r" b="b"/>
            <a:pathLst>
              <a:path w="3454547" h="668055">
                <a:moveTo>
                  <a:pt x="105479" y="0"/>
                </a:moveTo>
                <a:lnTo>
                  <a:pt x="3349067" y="0"/>
                </a:lnTo>
                <a:cubicBezTo>
                  <a:pt x="3407322" y="0"/>
                  <a:pt x="3454547" y="47225"/>
                  <a:pt x="3454547" y="105479"/>
                </a:cubicBezTo>
                <a:lnTo>
                  <a:pt x="3454547" y="562576"/>
                </a:lnTo>
                <a:cubicBezTo>
                  <a:pt x="3454547" y="620830"/>
                  <a:pt x="3407322" y="668055"/>
                  <a:pt x="3349067" y="668055"/>
                </a:cubicBezTo>
                <a:lnTo>
                  <a:pt x="105479" y="668055"/>
                </a:lnTo>
                <a:cubicBezTo>
                  <a:pt x="47264" y="668055"/>
                  <a:pt x="0" y="620791"/>
                  <a:pt x="0" y="562576"/>
                </a:cubicBezTo>
                <a:lnTo>
                  <a:pt x="0" y="105479"/>
                </a:lnTo>
                <a:cubicBezTo>
                  <a:pt x="0" y="47264"/>
                  <a:pt x="47264" y="0"/>
                  <a:pt x="105479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7733" y="2944715"/>
            <a:ext cx="934920" cy="15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Threshold = 15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7733" y="3164470"/>
            <a:ext cx="3313903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&gt; 15?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2251" y="3678696"/>
            <a:ext cx="3454547" cy="1019663"/>
          </a:xfrm>
          <a:custGeom>
            <a:avLst/>
            <a:gdLst/>
            <a:ahLst/>
            <a:cxnLst/>
            <a:rect l="l" t="t" r="r" b="b"/>
            <a:pathLst>
              <a:path w="3454547" h="1019663">
                <a:moveTo>
                  <a:pt x="105484" y="0"/>
                </a:moveTo>
                <a:lnTo>
                  <a:pt x="3349062" y="0"/>
                </a:lnTo>
                <a:cubicBezTo>
                  <a:pt x="3407320" y="0"/>
                  <a:pt x="3454547" y="47227"/>
                  <a:pt x="3454547" y="105484"/>
                </a:cubicBezTo>
                <a:lnTo>
                  <a:pt x="3454547" y="914178"/>
                </a:lnTo>
                <a:cubicBezTo>
                  <a:pt x="3454547" y="972436"/>
                  <a:pt x="3407320" y="1019663"/>
                  <a:pt x="3349062" y="1019663"/>
                </a:cubicBezTo>
                <a:lnTo>
                  <a:pt x="105484" y="1019663"/>
                </a:lnTo>
                <a:cubicBezTo>
                  <a:pt x="47227" y="1019663"/>
                  <a:pt x="0" y="972436"/>
                  <a:pt x="0" y="914178"/>
                </a:cubicBezTo>
                <a:lnTo>
                  <a:pt x="0" y="105484"/>
                </a:lnTo>
                <a:cubicBezTo>
                  <a:pt x="0" y="47266"/>
                  <a:pt x="47266" y="0"/>
                  <a:pt x="105484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68" y="3784179"/>
            <a:ext cx="330511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8621" y="3995143"/>
            <a:ext cx="3401805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8177" y="4346751"/>
            <a:ext cx="332269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(YES!)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2251" y="4896138"/>
            <a:ext cx="3454547" cy="597733"/>
          </a:xfrm>
          <a:custGeom>
            <a:avLst/>
            <a:gdLst/>
            <a:ahLst/>
            <a:cxnLst/>
            <a:rect l="l" t="t" r="r" b="b"/>
            <a:pathLst>
              <a:path w="3454547" h="597733">
                <a:moveTo>
                  <a:pt x="105482" y="0"/>
                </a:moveTo>
                <a:lnTo>
                  <a:pt x="3349065" y="0"/>
                </a:lnTo>
                <a:cubicBezTo>
                  <a:pt x="3407321" y="0"/>
                  <a:pt x="3454547" y="47226"/>
                  <a:pt x="3454547" y="105482"/>
                </a:cubicBezTo>
                <a:lnTo>
                  <a:pt x="3454547" y="492251"/>
                </a:lnTo>
                <a:cubicBezTo>
                  <a:pt x="3454547" y="550507"/>
                  <a:pt x="3407321" y="597733"/>
                  <a:pt x="3349065" y="597733"/>
                </a:cubicBezTo>
                <a:lnTo>
                  <a:pt x="105482" y="597733"/>
                </a:lnTo>
                <a:cubicBezTo>
                  <a:pt x="47226" y="597733"/>
                  <a:pt x="0" y="550507"/>
                  <a:pt x="0" y="492251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7733" y="5001621"/>
            <a:ext cx="330511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decision: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7733" y="5212585"/>
            <a:ext cx="330511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it or don't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26985" y="2056906"/>
            <a:ext cx="3735833" cy="3577609"/>
          </a:xfrm>
          <a:custGeom>
            <a:avLst/>
            <a:gdLst/>
            <a:ahLst/>
            <a:cxnLst/>
            <a:rect l="l" t="t" r="r" b="b"/>
            <a:pathLst>
              <a:path w="3735833" h="3577609">
                <a:moveTo>
                  <a:pt x="35161" y="0"/>
                </a:moveTo>
                <a:lnTo>
                  <a:pt x="3700672" y="0"/>
                </a:lnTo>
                <a:cubicBezTo>
                  <a:pt x="3720091" y="0"/>
                  <a:pt x="3735833" y="15742"/>
                  <a:pt x="3735833" y="35161"/>
                </a:cubicBezTo>
                <a:lnTo>
                  <a:pt x="3735833" y="3436973"/>
                </a:lnTo>
                <a:cubicBezTo>
                  <a:pt x="3735833" y="3514644"/>
                  <a:pt x="3672868" y="3577609"/>
                  <a:pt x="3595197" y="3577609"/>
                </a:cubicBezTo>
                <a:lnTo>
                  <a:pt x="140636" y="3577609"/>
                </a:lnTo>
                <a:cubicBezTo>
                  <a:pt x="62965" y="3577609"/>
                  <a:pt x="0" y="3514644"/>
                  <a:pt x="0" y="343697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26985" y="2056906"/>
            <a:ext cx="3735833" cy="35161"/>
          </a:xfrm>
          <a:custGeom>
            <a:avLst/>
            <a:gdLst/>
            <a:ahLst/>
            <a:cxnLst/>
            <a:rect l="l" t="t" r="r" b="b"/>
            <a:pathLst>
              <a:path w="3735833" h="35161">
                <a:moveTo>
                  <a:pt x="35161" y="0"/>
                </a:moveTo>
                <a:lnTo>
                  <a:pt x="3700672" y="0"/>
                </a:lnTo>
                <a:cubicBezTo>
                  <a:pt x="3720091" y="0"/>
                  <a:pt x="3735833" y="15742"/>
                  <a:pt x="3735833" y="35161"/>
                </a:cubicBezTo>
                <a:lnTo>
                  <a:pt x="3735833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67628" y="2215129"/>
            <a:ext cx="492251" cy="492251"/>
          </a:xfrm>
          <a:custGeom>
            <a:avLst/>
            <a:gdLst/>
            <a:ahLst/>
            <a:cxnLst/>
            <a:rect l="l" t="t" r="r" b="b"/>
            <a:pathLst>
              <a:path w="492251" h="492251">
                <a:moveTo>
                  <a:pt x="246125" y="0"/>
                </a:moveTo>
                <a:lnTo>
                  <a:pt x="246125" y="0"/>
                </a:lnTo>
                <a:cubicBezTo>
                  <a:pt x="381966" y="0"/>
                  <a:pt x="492251" y="110285"/>
                  <a:pt x="492251" y="246125"/>
                </a:cubicBezTo>
                <a:lnTo>
                  <a:pt x="492251" y="246125"/>
                </a:lnTo>
                <a:cubicBezTo>
                  <a:pt x="492251" y="381966"/>
                  <a:pt x="381966" y="492251"/>
                  <a:pt x="246125" y="492251"/>
                </a:cubicBezTo>
                <a:lnTo>
                  <a:pt x="246125" y="492251"/>
                </a:lnTo>
                <a:cubicBezTo>
                  <a:pt x="110285" y="492251"/>
                  <a:pt x="0" y="381966"/>
                  <a:pt x="0" y="246125"/>
                </a:cubicBezTo>
                <a:lnTo>
                  <a:pt x="0" y="246125"/>
                </a:lnTo>
                <a:cubicBezTo>
                  <a:pt x="0" y="110285"/>
                  <a:pt x="110285" y="0"/>
                  <a:pt x="246125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08271" y="2355772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26371" y="39556"/>
                </a:moveTo>
                <a:cubicBezTo>
                  <a:pt x="26371" y="32263"/>
                  <a:pt x="32263" y="26371"/>
                  <a:pt x="39556" y="26371"/>
                </a:cubicBezTo>
                <a:lnTo>
                  <a:pt x="105482" y="26371"/>
                </a:lnTo>
                <a:cubicBezTo>
                  <a:pt x="112775" y="26371"/>
                  <a:pt x="118668" y="32263"/>
                  <a:pt x="118668" y="39556"/>
                </a:cubicBezTo>
                <a:lnTo>
                  <a:pt x="118668" y="158224"/>
                </a:lnTo>
                <a:lnTo>
                  <a:pt x="158224" y="158224"/>
                </a:lnTo>
                <a:lnTo>
                  <a:pt x="158224" y="105482"/>
                </a:lnTo>
                <a:cubicBezTo>
                  <a:pt x="158224" y="98189"/>
                  <a:pt x="164116" y="92297"/>
                  <a:pt x="171409" y="92297"/>
                </a:cubicBezTo>
                <a:lnTo>
                  <a:pt x="197779" y="92297"/>
                </a:lnTo>
                <a:cubicBezTo>
                  <a:pt x="205072" y="92297"/>
                  <a:pt x="210965" y="98189"/>
                  <a:pt x="210965" y="105482"/>
                </a:cubicBezTo>
                <a:cubicBezTo>
                  <a:pt x="210965" y="112775"/>
                  <a:pt x="205072" y="118668"/>
                  <a:pt x="197779" y="118668"/>
                </a:cubicBezTo>
                <a:lnTo>
                  <a:pt x="184594" y="118668"/>
                </a:lnTo>
                <a:lnTo>
                  <a:pt x="184594" y="171409"/>
                </a:lnTo>
                <a:cubicBezTo>
                  <a:pt x="184594" y="178702"/>
                  <a:pt x="178702" y="184594"/>
                  <a:pt x="171409" y="184594"/>
                </a:cubicBezTo>
                <a:lnTo>
                  <a:pt x="105482" y="184594"/>
                </a:lnTo>
                <a:cubicBezTo>
                  <a:pt x="98189" y="184594"/>
                  <a:pt x="92297" y="178702"/>
                  <a:pt x="92297" y="171409"/>
                </a:cubicBezTo>
                <a:lnTo>
                  <a:pt x="92297" y="52741"/>
                </a:lnTo>
                <a:lnTo>
                  <a:pt x="52741" y="52741"/>
                </a:lnTo>
                <a:lnTo>
                  <a:pt x="52741" y="105482"/>
                </a:lnTo>
                <a:cubicBezTo>
                  <a:pt x="52741" y="112775"/>
                  <a:pt x="46849" y="118668"/>
                  <a:pt x="39556" y="118668"/>
                </a:cubicBezTo>
                <a:lnTo>
                  <a:pt x="13185" y="118668"/>
                </a:lnTo>
                <a:cubicBezTo>
                  <a:pt x="5892" y="118668"/>
                  <a:pt x="0" y="112775"/>
                  <a:pt x="0" y="105482"/>
                </a:cubicBezTo>
                <a:cubicBezTo>
                  <a:pt x="0" y="98189"/>
                  <a:pt x="5892" y="92297"/>
                  <a:pt x="13185" y="92297"/>
                </a:cubicBezTo>
                <a:lnTo>
                  <a:pt x="26371" y="92297"/>
                </a:lnTo>
                <a:lnTo>
                  <a:pt x="26371" y="3955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65361" y="2338192"/>
            <a:ext cx="1459172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Sigmoid Function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67628" y="2812862"/>
            <a:ext cx="3454547" cy="457090"/>
          </a:xfrm>
          <a:custGeom>
            <a:avLst/>
            <a:gdLst/>
            <a:ahLst/>
            <a:cxnLst/>
            <a:rect l="l" t="t" r="r" b="b"/>
            <a:pathLst>
              <a:path w="3454547" h="457090">
                <a:moveTo>
                  <a:pt x="105483" y="0"/>
                </a:moveTo>
                <a:lnTo>
                  <a:pt x="3349064" y="0"/>
                </a:lnTo>
                <a:cubicBezTo>
                  <a:pt x="3407320" y="0"/>
                  <a:pt x="3454547" y="47226"/>
                  <a:pt x="3454547" y="105483"/>
                </a:cubicBezTo>
                <a:lnTo>
                  <a:pt x="3454547" y="351607"/>
                </a:lnTo>
                <a:cubicBezTo>
                  <a:pt x="3454547" y="409864"/>
                  <a:pt x="3407320" y="457090"/>
                  <a:pt x="3349064" y="457090"/>
                </a:cubicBezTo>
                <a:lnTo>
                  <a:pt x="105483" y="457090"/>
                </a:lnTo>
                <a:cubicBezTo>
                  <a:pt x="47265" y="457090"/>
                  <a:pt x="0" y="409825"/>
                  <a:pt x="0" y="351607"/>
                </a:cubicBezTo>
                <a:lnTo>
                  <a:pt x="0" y="105483"/>
                </a:lnTo>
                <a:cubicBezTo>
                  <a:pt x="0" y="47265"/>
                  <a:pt x="47265" y="0"/>
                  <a:pt x="105483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73110" y="2944715"/>
            <a:ext cx="1752133" cy="15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22 into probability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67628" y="3573214"/>
            <a:ext cx="3454547" cy="1019663"/>
          </a:xfrm>
          <a:custGeom>
            <a:avLst/>
            <a:gdLst/>
            <a:ahLst/>
            <a:cxnLst/>
            <a:rect l="l" t="t" r="r" b="b"/>
            <a:pathLst>
              <a:path w="3454547" h="1019663">
                <a:moveTo>
                  <a:pt x="105484" y="0"/>
                </a:moveTo>
                <a:lnTo>
                  <a:pt x="3349062" y="0"/>
                </a:lnTo>
                <a:cubicBezTo>
                  <a:pt x="3407320" y="0"/>
                  <a:pt x="3454547" y="47227"/>
                  <a:pt x="3454547" y="105484"/>
                </a:cubicBezTo>
                <a:lnTo>
                  <a:pt x="3454547" y="914178"/>
                </a:lnTo>
                <a:cubicBezTo>
                  <a:pt x="3454547" y="972436"/>
                  <a:pt x="3407320" y="1019663"/>
                  <a:pt x="3349062" y="1019663"/>
                </a:cubicBezTo>
                <a:lnTo>
                  <a:pt x="105484" y="1019663"/>
                </a:lnTo>
                <a:cubicBezTo>
                  <a:pt x="47227" y="1019663"/>
                  <a:pt x="0" y="972436"/>
                  <a:pt x="0" y="914178"/>
                </a:cubicBezTo>
                <a:lnTo>
                  <a:pt x="0" y="105484"/>
                </a:lnTo>
                <a:cubicBezTo>
                  <a:pt x="0" y="47266"/>
                  <a:pt x="47266" y="0"/>
                  <a:pt x="105484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42345" y="3678696"/>
            <a:ext cx="330511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93999" y="3889661"/>
            <a:ext cx="3401805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33554" y="4241269"/>
            <a:ext cx="332269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(97% certain!)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67628" y="4896138"/>
            <a:ext cx="3454547" cy="597733"/>
          </a:xfrm>
          <a:custGeom>
            <a:avLst/>
            <a:gdLst/>
            <a:ahLst/>
            <a:cxnLst/>
            <a:rect l="l" t="t" r="r" b="b"/>
            <a:pathLst>
              <a:path w="3454547" h="597733">
                <a:moveTo>
                  <a:pt x="105482" y="0"/>
                </a:moveTo>
                <a:lnTo>
                  <a:pt x="3349065" y="0"/>
                </a:lnTo>
                <a:cubicBezTo>
                  <a:pt x="3407321" y="0"/>
                  <a:pt x="3454547" y="47226"/>
                  <a:pt x="3454547" y="105482"/>
                </a:cubicBezTo>
                <a:lnTo>
                  <a:pt x="3454547" y="492251"/>
                </a:lnTo>
                <a:cubicBezTo>
                  <a:pt x="3454547" y="550507"/>
                  <a:pt x="3407321" y="597733"/>
                  <a:pt x="3349065" y="597733"/>
                </a:cubicBezTo>
                <a:lnTo>
                  <a:pt x="105482" y="597733"/>
                </a:lnTo>
                <a:cubicBezTo>
                  <a:pt x="47226" y="597733"/>
                  <a:pt x="0" y="550507"/>
                  <a:pt x="0" y="492251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73110" y="5001621"/>
            <a:ext cx="330511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 decision: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73110" y="5212585"/>
            <a:ext cx="330511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Very confident yes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02499" y="2056906"/>
            <a:ext cx="3735833" cy="3577609"/>
          </a:xfrm>
          <a:custGeom>
            <a:avLst/>
            <a:gdLst/>
            <a:ahLst/>
            <a:cxnLst/>
            <a:rect l="l" t="t" r="r" b="b"/>
            <a:pathLst>
              <a:path w="3735833" h="3577609">
                <a:moveTo>
                  <a:pt x="35161" y="0"/>
                </a:moveTo>
                <a:lnTo>
                  <a:pt x="3700672" y="0"/>
                </a:lnTo>
                <a:cubicBezTo>
                  <a:pt x="3720091" y="0"/>
                  <a:pt x="3735833" y="15742"/>
                  <a:pt x="3735833" y="35161"/>
                </a:cubicBezTo>
                <a:lnTo>
                  <a:pt x="3735833" y="3436973"/>
                </a:lnTo>
                <a:cubicBezTo>
                  <a:pt x="3735833" y="3514644"/>
                  <a:pt x="3672868" y="3577609"/>
                  <a:pt x="3595197" y="3577609"/>
                </a:cubicBezTo>
                <a:lnTo>
                  <a:pt x="140636" y="3577609"/>
                </a:lnTo>
                <a:cubicBezTo>
                  <a:pt x="62965" y="3577609"/>
                  <a:pt x="0" y="3514644"/>
                  <a:pt x="0" y="3436973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02499" y="2056906"/>
            <a:ext cx="3735833" cy="35161"/>
          </a:xfrm>
          <a:custGeom>
            <a:avLst/>
            <a:gdLst/>
            <a:ahLst/>
            <a:cxnLst/>
            <a:rect l="l" t="t" r="r" b="b"/>
            <a:pathLst>
              <a:path w="3735833" h="35161">
                <a:moveTo>
                  <a:pt x="35161" y="0"/>
                </a:moveTo>
                <a:lnTo>
                  <a:pt x="3700672" y="0"/>
                </a:lnTo>
                <a:cubicBezTo>
                  <a:pt x="3720091" y="0"/>
                  <a:pt x="3735833" y="15742"/>
                  <a:pt x="3735833" y="35161"/>
                </a:cubicBezTo>
                <a:lnTo>
                  <a:pt x="3735833" y="35161"/>
                </a:lnTo>
                <a:lnTo>
                  <a:pt x="0" y="35161"/>
                </a:ln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43142" y="2215129"/>
            <a:ext cx="492251" cy="492251"/>
          </a:xfrm>
          <a:custGeom>
            <a:avLst/>
            <a:gdLst/>
            <a:ahLst/>
            <a:cxnLst/>
            <a:rect l="l" t="t" r="r" b="b"/>
            <a:pathLst>
              <a:path w="492251" h="492251">
                <a:moveTo>
                  <a:pt x="246125" y="0"/>
                </a:moveTo>
                <a:lnTo>
                  <a:pt x="246125" y="0"/>
                </a:lnTo>
                <a:cubicBezTo>
                  <a:pt x="381966" y="0"/>
                  <a:pt x="492251" y="110285"/>
                  <a:pt x="492251" y="246125"/>
                </a:cubicBezTo>
                <a:lnTo>
                  <a:pt x="492251" y="246125"/>
                </a:lnTo>
                <a:cubicBezTo>
                  <a:pt x="492251" y="381966"/>
                  <a:pt x="381966" y="492251"/>
                  <a:pt x="246125" y="492251"/>
                </a:cubicBezTo>
                <a:lnTo>
                  <a:pt x="246125" y="492251"/>
                </a:lnTo>
                <a:cubicBezTo>
                  <a:pt x="110285" y="492251"/>
                  <a:pt x="0" y="381966"/>
                  <a:pt x="0" y="246125"/>
                </a:cubicBezTo>
                <a:lnTo>
                  <a:pt x="0" y="246125"/>
                </a:lnTo>
                <a:cubicBezTo>
                  <a:pt x="0" y="110285"/>
                  <a:pt x="110285" y="0"/>
                  <a:pt x="246125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383786" y="2355772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26371" y="26371"/>
                </a:moveTo>
                <a:cubicBezTo>
                  <a:pt x="26371" y="19077"/>
                  <a:pt x="20478" y="13185"/>
                  <a:pt x="13185" y="13185"/>
                </a:cubicBezTo>
                <a:cubicBezTo>
                  <a:pt x="5892" y="13185"/>
                  <a:pt x="0" y="19077"/>
                  <a:pt x="0" y="26371"/>
                </a:cubicBezTo>
                <a:lnTo>
                  <a:pt x="0" y="164816"/>
                </a:lnTo>
                <a:cubicBezTo>
                  <a:pt x="0" y="183028"/>
                  <a:pt x="14751" y="197779"/>
                  <a:pt x="32963" y="197779"/>
                </a:cubicBezTo>
                <a:lnTo>
                  <a:pt x="197779" y="197779"/>
                </a:lnTo>
                <a:cubicBezTo>
                  <a:pt x="205072" y="197779"/>
                  <a:pt x="210965" y="191887"/>
                  <a:pt x="210965" y="184594"/>
                </a:cubicBezTo>
                <a:cubicBezTo>
                  <a:pt x="210965" y="177301"/>
                  <a:pt x="205072" y="171409"/>
                  <a:pt x="197779" y="171409"/>
                </a:cubicBezTo>
                <a:lnTo>
                  <a:pt x="32963" y="171409"/>
                </a:lnTo>
                <a:cubicBezTo>
                  <a:pt x="29337" y="171409"/>
                  <a:pt x="26371" y="168442"/>
                  <a:pt x="26371" y="164816"/>
                </a:cubicBezTo>
                <a:lnTo>
                  <a:pt x="26371" y="26371"/>
                </a:lnTo>
                <a:close/>
                <a:moveTo>
                  <a:pt x="193906" y="62053"/>
                </a:moveTo>
                <a:cubicBezTo>
                  <a:pt x="199057" y="56903"/>
                  <a:pt x="199057" y="48538"/>
                  <a:pt x="193906" y="43388"/>
                </a:cubicBezTo>
                <a:cubicBezTo>
                  <a:pt x="188756" y="38237"/>
                  <a:pt x="180391" y="38237"/>
                  <a:pt x="175241" y="43388"/>
                </a:cubicBezTo>
                <a:lnTo>
                  <a:pt x="131853" y="86817"/>
                </a:lnTo>
                <a:lnTo>
                  <a:pt x="108202" y="63207"/>
                </a:lnTo>
                <a:cubicBezTo>
                  <a:pt x="103051" y="58056"/>
                  <a:pt x="94687" y="58056"/>
                  <a:pt x="89536" y="63207"/>
                </a:cubicBezTo>
                <a:lnTo>
                  <a:pt x="49980" y="102763"/>
                </a:lnTo>
                <a:cubicBezTo>
                  <a:pt x="44830" y="107913"/>
                  <a:pt x="44830" y="116278"/>
                  <a:pt x="49980" y="121428"/>
                </a:cubicBezTo>
                <a:cubicBezTo>
                  <a:pt x="55131" y="126579"/>
                  <a:pt x="63495" y="126579"/>
                  <a:pt x="68646" y="121428"/>
                </a:cubicBezTo>
                <a:lnTo>
                  <a:pt x="98890" y="91185"/>
                </a:lnTo>
                <a:lnTo>
                  <a:pt x="122541" y="114836"/>
                </a:lnTo>
                <a:cubicBezTo>
                  <a:pt x="127691" y="119986"/>
                  <a:pt x="136056" y="119986"/>
                  <a:pt x="141206" y="114836"/>
                </a:cubicBezTo>
                <a:lnTo>
                  <a:pt x="193947" y="6209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840876" y="2338192"/>
            <a:ext cx="123062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ReLU Function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43142" y="2812862"/>
            <a:ext cx="3454547" cy="703216"/>
          </a:xfrm>
          <a:custGeom>
            <a:avLst/>
            <a:gdLst/>
            <a:ahLst/>
            <a:cxnLst/>
            <a:rect l="l" t="t" r="r" b="b"/>
            <a:pathLst>
              <a:path w="3454547" h="703216">
                <a:moveTo>
                  <a:pt x="105482" y="0"/>
                </a:moveTo>
                <a:lnTo>
                  <a:pt x="3349064" y="0"/>
                </a:lnTo>
                <a:cubicBezTo>
                  <a:pt x="3407320" y="0"/>
                  <a:pt x="3454547" y="47226"/>
                  <a:pt x="3454547" y="105482"/>
                </a:cubicBezTo>
                <a:lnTo>
                  <a:pt x="3454547" y="597733"/>
                </a:lnTo>
                <a:cubicBezTo>
                  <a:pt x="3454547" y="655990"/>
                  <a:pt x="3407320" y="703216"/>
                  <a:pt x="3349064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48625" y="2944715"/>
            <a:ext cx="916240" cy="15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22 positive?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48625" y="3164470"/>
            <a:ext cx="332269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Yes!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43142" y="3696277"/>
            <a:ext cx="3454547" cy="1019663"/>
          </a:xfrm>
          <a:custGeom>
            <a:avLst/>
            <a:gdLst/>
            <a:ahLst/>
            <a:cxnLst/>
            <a:rect l="l" t="t" r="r" b="b"/>
            <a:pathLst>
              <a:path w="3454547" h="1019663">
                <a:moveTo>
                  <a:pt x="105484" y="0"/>
                </a:moveTo>
                <a:lnTo>
                  <a:pt x="3349062" y="0"/>
                </a:lnTo>
                <a:cubicBezTo>
                  <a:pt x="3407320" y="0"/>
                  <a:pt x="3454547" y="47227"/>
                  <a:pt x="3454547" y="105484"/>
                </a:cubicBezTo>
                <a:lnTo>
                  <a:pt x="3454547" y="914178"/>
                </a:lnTo>
                <a:cubicBezTo>
                  <a:pt x="3454547" y="972436"/>
                  <a:pt x="3407320" y="1019663"/>
                  <a:pt x="3349062" y="1019663"/>
                </a:cubicBezTo>
                <a:lnTo>
                  <a:pt x="105484" y="1019663"/>
                </a:lnTo>
                <a:cubicBezTo>
                  <a:pt x="47227" y="1019663"/>
                  <a:pt x="0" y="972436"/>
                  <a:pt x="0" y="914178"/>
                </a:cubicBezTo>
                <a:lnTo>
                  <a:pt x="0" y="105484"/>
                </a:lnTo>
                <a:cubicBezTo>
                  <a:pt x="0" y="47266"/>
                  <a:pt x="47266" y="0"/>
                  <a:pt x="105484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317859" y="3801759"/>
            <a:ext cx="330511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69513" y="4012724"/>
            <a:ext cx="3401805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09069" y="4364332"/>
            <a:ext cx="3322694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(Keep score!)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43142" y="4896138"/>
            <a:ext cx="3454547" cy="597733"/>
          </a:xfrm>
          <a:custGeom>
            <a:avLst/>
            <a:gdLst/>
            <a:ahLst/>
            <a:cxnLst/>
            <a:rect l="l" t="t" r="r" b="b"/>
            <a:pathLst>
              <a:path w="3454547" h="597733">
                <a:moveTo>
                  <a:pt x="105482" y="0"/>
                </a:moveTo>
                <a:lnTo>
                  <a:pt x="3349065" y="0"/>
                </a:lnTo>
                <a:cubicBezTo>
                  <a:pt x="3407321" y="0"/>
                  <a:pt x="3454547" y="47226"/>
                  <a:pt x="3454547" y="105482"/>
                </a:cubicBezTo>
                <a:lnTo>
                  <a:pt x="3454547" y="492251"/>
                </a:lnTo>
                <a:cubicBezTo>
                  <a:pt x="3454547" y="550507"/>
                  <a:pt x="3407321" y="597733"/>
                  <a:pt x="3349065" y="597733"/>
                </a:cubicBezTo>
                <a:lnTo>
                  <a:pt x="105482" y="597733"/>
                </a:lnTo>
                <a:cubicBezTo>
                  <a:pt x="47226" y="597733"/>
                  <a:pt x="0" y="550507"/>
                  <a:pt x="0" y="492251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348625" y="5001621"/>
            <a:ext cx="330511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Enthusiasm: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48625" y="5212585"/>
            <a:ext cx="3305113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 excited!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69188" y="5775158"/>
            <a:ext cx="5652095" cy="1300949"/>
          </a:xfrm>
          <a:custGeom>
            <a:avLst/>
            <a:gdLst/>
            <a:ahLst/>
            <a:cxnLst/>
            <a:rect l="l" t="t" r="r" b="b"/>
            <a:pathLst>
              <a:path w="5652095" h="1300949">
                <a:moveTo>
                  <a:pt x="35161" y="0"/>
                </a:moveTo>
                <a:lnTo>
                  <a:pt x="5511450" y="0"/>
                </a:lnTo>
                <a:cubicBezTo>
                  <a:pt x="5589126" y="0"/>
                  <a:pt x="5652095" y="62969"/>
                  <a:pt x="5652095" y="140646"/>
                </a:cubicBezTo>
                <a:lnTo>
                  <a:pt x="5652095" y="1160303"/>
                </a:lnTo>
                <a:cubicBezTo>
                  <a:pt x="5652095" y="1237980"/>
                  <a:pt x="5589126" y="1300949"/>
                  <a:pt x="5511450" y="1300949"/>
                </a:cubicBezTo>
                <a:lnTo>
                  <a:pt x="35161" y="1300949"/>
                </a:lnTo>
                <a:cubicBezTo>
                  <a:pt x="15755" y="1300949"/>
                  <a:pt x="0" y="1285194"/>
                  <a:pt x="0" y="1265788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69188" y="5775158"/>
            <a:ext cx="35161" cy="1300949"/>
          </a:xfrm>
          <a:custGeom>
            <a:avLst/>
            <a:gdLst/>
            <a:ahLst/>
            <a:cxnLst/>
            <a:rect l="l" t="t" r="r" b="b"/>
            <a:pathLst>
              <a:path w="35161" h="1300949">
                <a:moveTo>
                  <a:pt x="35161" y="0"/>
                </a:moveTo>
                <a:lnTo>
                  <a:pt x="35161" y="0"/>
                </a:lnTo>
                <a:lnTo>
                  <a:pt x="35161" y="1300949"/>
                </a:lnTo>
                <a:lnTo>
                  <a:pt x="35161" y="1300949"/>
                </a:lnTo>
                <a:cubicBezTo>
                  <a:pt x="15755" y="1300949"/>
                  <a:pt x="0" y="1285194"/>
                  <a:pt x="0" y="1265788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9387" y="5959752"/>
            <a:ext cx="158224" cy="158224"/>
          </a:xfrm>
          <a:custGeom>
            <a:avLst/>
            <a:gdLst/>
            <a:ahLst/>
            <a:cxnLst/>
            <a:rect l="l" t="t" r="r" b="b"/>
            <a:pathLst>
              <a:path w="158224" h="158224">
                <a:moveTo>
                  <a:pt x="41348" y="11218"/>
                </a:moveTo>
                <a:cubicBezTo>
                  <a:pt x="44717" y="13566"/>
                  <a:pt x="45520" y="18202"/>
                  <a:pt x="43172" y="21539"/>
                </a:cubicBezTo>
                <a:lnTo>
                  <a:pt x="25866" y="46262"/>
                </a:lnTo>
                <a:cubicBezTo>
                  <a:pt x="24599" y="48054"/>
                  <a:pt x="22621" y="49198"/>
                  <a:pt x="20427" y="49383"/>
                </a:cubicBezTo>
                <a:cubicBezTo>
                  <a:pt x="18233" y="49568"/>
                  <a:pt x="16070" y="48827"/>
                  <a:pt x="14524" y="47282"/>
                </a:cubicBezTo>
                <a:lnTo>
                  <a:pt x="2163" y="34920"/>
                </a:lnTo>
                <a:cubicBezTo>
                  <a:pt x="-711" y="32016"/>
                  <a:pt x="-711" y="27318"/>
                  <a:pt x="2163" y="24413"/>
                </a:cubicBezTo>
                <a:cubicBezTo>
                  <a:pt x="5037" y="21509"/>
                  <a:pt x="9765" y="21539"/>
                  <a:pt x="12670" y="24413"/>
                </a:cubicBezTo>
                <a:lnTo>
                  <a:pt x="18789" y="30532"/>
                </a:lnTo>
                <a:lnTo>
                  <a:pt x="31027" y="13041"/>
                </a:lnTo>
                <a:cubicBezTo>
                  <a:pt x="33375" y="9673"/>
                  <a:pt x="38011" y="8869"/>
                  <a:pt x="41348" y="11218"/>
                </a:cubicBezTo>
                <a:close/>
                <a:moveTo>
                  <a:pt x="41348" y="60663"/>
                </a:moveTo>
                <a:cubicBezTo>
                  <a:pt x="44717" y="63011"/>
                  <a:pt x="45520" y="67647"/>
                  <a:pt x="43172" y="70984"/>
                </a:cubicBezTo>
                <a:lnTo>
                  <a:pt x="25866" y="95707"/>
                </a:lnTo>
                <a:cubicBezTo>
                  <a:pt x="24599" y="97499"/>
                  <a:pt x="22621" y="98642"/>
                  <a:pt x="20427" y="98828"/>
                </a:cubicBezTo>
                <a:cubicBezTo>
                  <a:pt x="18233" y="99013"/>
                  <a:pt x="16070" y="98272"/>
                  <a:pt x="14524" y="96726"/>
                </a:cubicBezTo>
                <a:lnTo>
                  <a:pt x="2163" y="84365"/>
                </a:lnTo>
                <a:cubicBezTo>
                  <a:pt x="-742" y="81460"/>
                  <a:pt x="-742" y="76763"/>
                  <a:pt x="2163" y="73889"/>
                </a:cubicBezTo>
                <a:cubicBezTo>
                  <a:pt x="5068" y="71015"/>
                  <a:pt x="9765" y="70984"/>
                  <a:pt x="12639" y="73889"/>
                </a:cubicBezTo>
                <a:lnTo>
                  <a:pt x="18758" y="80008"/>
                </a:lnTo>
                <a:lnTo>
                  <a:pt x="30996" y="62517"/>
                </a:lnTo>
                <a:cubicBezTo>
                  <a:pt x="33344" y="59148"/>
                  <a:pt x="37980" y="58345"/>
                  <a:pt x="41317" y="60694"/>
                </a:cubicBezTo>
                <a:close/>
                <a:moveTo>
                  <a:pt x="69223" y="29667"/>
                </a:moveTo>
                <a:cubicBezTo>
                  <a:pt x="69223" y="24197"/>
                  <a:pt x="73642" y="19778"/>
                  <a:pt x="79112" y="19778"/>
                </a:cubicBezTo>
                <a:lnTo>
                  <a:pt x="148335" y="19778"/>
                </a:lnTo>
                <a:cubicBezTo>
                  <a:pt x="153804" y="19778"/>
                  <a:pt x="158224" y="24197"/>
                  <a:pt x="158224" y="29667"/>
                </a:cubicBezTo>
                <a:cubicBezTo>
                  <a:pt x="158224" y="35137"/>
                  <a:pt x="153804" y="39556"/>
                  <a:pt x="148335" y="39556"/>
                </a:cubicBezTo>
                <a:lnTo>
                  <a:pt x="79112" y="39556"/>
                </a:lnTo>
                <a:cubicBezTo>
                  <a:pt x="73642" y="39556"/>
                  <a:pt x="69223" y="35137"/>
                  <a:pt x="69223" y="29667"/>
                </a:cubicBezTo>
                <a:close/>
                <a:moveTo>
                  <a:pt x="69223" y="79112"/>
                </a:moveTo>
                <a:cubicBezTo>
                  <a:pt x="69223" y="73642"/>
                  <a:pt x="73642" y="69223"/>
                  <a:pt x="79112" y="69223"/>
                </a:cubicBezTo>
                <a:lnTo>
                  <a:pt x="148335" y="69223"/>
                </a:lnTo>
                <a:cubicBezTo>
                  <a:pt x="153804" y="69223"/>
                  <a:pt x="158224" y="73642"/>
                  <a:pt x="158224" y="79112"/>
                </a:cubicBezTo>
                <a:cubicBezTo>
                  <a:pt x="158224" y="84582"/>
                  <a:pt x="153804" y="89001"/>
                  <a:pt x="148335" y="89001"/>
                </a:cubicBezTo>
                <a:lnTo>
                  <a:pt x="79112" y="89001"/>
                </a:lnTo>
                <a:cubicBezTo>
                  <a:pt x="73642" y="89001"/>
                  <a:pt x="69223" y="84582"/>
                  <a:pt x="69223" y="79112"/>
                </a:cubicBezTo>
                <a:close/>
                <a:moveTo>
                  <a:pt x="49445" y="128557"/>
                </a:moveTo>
                <a:cubicBezTo>
                  <a:pt x="49445" y="123087"/>
                  <a:pt x="53864" y="118668"/>
                  <a:pt x="59334" y="118668"/>
                </a:cubicBezTo>
                <a:lnTo>
                  <a:pt x="148335" y="118668"/>
                </a:lnTo>
                <a:cubicBezTo>
                  <a:pt x="153804" y="118668"/>
                  <a:pt x="158224" y="123087"/>
                  <a:pt x="158224" y="128557"/>
                </a:cubicBezTo>
                <a:cubicBezTo>
                  <a:pt x="158224" y="134026"/>
                  <a:pt x="153804" y="138446"/>
                  <a:pt x="148335" y="138446"/>
                </a:cubicBezTo>
                <a:lnTo>
                  <a:pt x="59334" y="138446"/>
                </a:lnTo>
                <a:cubicBezTo>
                  <a:pt x="53864" y="138446"/>
                  <a:pt x="49445" y="134026"/>
                  <a:pt x="49445" y="128557"/>
                </a:cubicBezTo>
                <a:close/>
                <a:moveTo>
                  <a:pt x="19778" y="116195"/>
                </a:moveTo>
                <a:cubicBezTo>
                  <a:pt x="26600" y="116195"/>
                  <a:pt x="32139" y="121734"/>
                  <a:pt x="32139" y="128557"/>
                </a:cubicBezTo>
                <a:cubicBezTo>
                  <a:pt x="32139" y="135379"/>
                  <a:pt x="26600" y="140918"/>
                  <a:pt x="19778" y="140918"/>
                </a:cubicBezTo>
                <a:cubicBezTo>
                  <a:pt x="12956" y="140918"/>
                  <a:pt x="7417" y="135379"/>
                  <a:pt x="7417" y="128557"/>
                </a:cubicBezTo>
                <a:cubicBezTo>
                  <a:pt x="7417" y="121734"/>
                  <a:pt x="12956" y="116195"/>
                  <a:pt x="19778" y="116195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29586" y="5915801"/>
            <a:ext cx="523016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Different AI tasks need different activation functions: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27412" y="6267409"/>
            <a:ext cx="5414760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recognition</a:t>
            </a:r>
            <a:r>
              <a:rPr lang="en-US" sz="96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(cat?) → </a:t>
            </a:r>
            <a:r>
              <a:rPr lang="en-US" sz="96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</a:t>
            </a:r>
            <a:r>
              <a:rPr lang="en-US" sz="96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(fast &amp; accurate)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27412" y="6513534"/>
            <a:ext cx="5414760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</a:t>
            </a:r>
            <a:r>
              <a:rPr lang="en-US" sz="96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(rain?) → </a:t>
            </a:r>
            <a:r>
              <a:rPr lang="en-US" sz="96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Sigmoid</a:t>
            </a:r>
            <a:r>
              <a:rPr lang="en-US" sz="96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(gives %)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27412" y="6759660"/>
            <a:ext cx="5414760" cy="175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9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yes/no</a:t>
            </a:r>
            <a:r>
              <a:rPr lang="en-US" sz="96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(spam?) → </a:t>
            </a:r>
            <a:r>
              <a:rPr lang="en-US" sz="96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</a:t>
            </a:r>
            <a:r>
              <a:rPr lang="en-US" sz="96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(quick)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64811" y="5775158"/>
            <a:ext cx="5669676" cy="1300949"/>
          </a:xfrm>
          <a:custGeom>
            <a:avLst/>
            <a:gdLst/>
            <a:ahLst/>
            <a:cxnLst/>
            <a:rect l="l" t="t" r="r" b="b"/>
            <a:pathLst>
              <a:path w="5669676" h="1300949">
                <a:moveTo>
                  <a:pt x="140646" y="0"/>
                </a:moveTo>
                <a:lnTo>
                  <a:pt x="5529030" y="0"/>
                </a:lnTo>
                <a:cubicBezTo>
                  <a:pt x="5606706" y="0"/>
                  <a:pt x="5669676" y="62969"/>
                  <a:pt x="5669676" y="140646"/>
                </a:cubicBezTo>
                <a:lnTo>
                  <a:pt x="5669676" y="1160303"/>
                </a:lnTo>
                <a:cubicBezTo>
                  <a:pt x="5669676" y="1237980"/>
                  <a:pt x="5606706" y="1300949"/>
                  <a:pt x="5529030" y="1300949"/>
                </a:cubicBezTo>
                <a:lnTo>
                  <a:pt x="140646" y="1300949"/>
                </a:lnTo>
                <a:cubicBezTo>
                  <a:pt x="62969" y="1300949"/>
                  <a:pt x="0" y="1237980"/>
                  <a:pt x="0" y="1160303"/>
                </a:cubicBezTo>
                <a:lnTo>
                  <a:pt x="0" y="140646"/>
                </a:lnTo>
                <a:cubicBezTo>
                  <a:pt x="0" y="63021"/>
                  <a:pt x="63021" y="0"/>
                  <a:pt x="140646" y="0"/>
                </a:cubicBezTo>
                <a:close/>
              </a:path>
            </a:pathLst>
          </a:custGeom>
          <a:solidFill>
            <a:srgbClr val="2C3E50"/>
          </a:solidFill>
          <a:ln/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347207" y="5959752"/>
            <a:ext cx="118668" cy="158224"/>
          </a:xfrm>
          <a:custGeom>
            <a:avLst/>
            <a:gdLst/>
            <a:ahLst/>
            <a:cxnLst/>
            <a:rect l="l" t="t" r="r" b="b"/>
            <a:pathLst>
              <a:path w="118668" h="158224">
                <a:moveTo>
                  <a:pt x="90515" y="118668"/>
                </a:moveTo>
                <a:cubicBezTo>
                  <a:pt x="92771" y="111776"/>
                  <a:pt x="97283" y="105534"/>
                  <a:pt x="102382" y="100157"/>
                </a:cubicBezTo>
                <a:cubicBezTo>
                  <a:pt x="112487" y="89526"/>
                  <a:pt x="118668" y="75156"/>
                  <a:pt x="118668" y="59334"/>
                </a:cubicBezTo>
                <a:cubicBezTo>
                  <a:pt x="118668" y="26577"/>
                  <a:pt x="92091" y="0"/>
                  <a:pt x="59334" y="0"/>
                </a:cubicBezTo>
                <a:cubicBezTo>
                  <a:pt x="26577" y="0"/>
                  <a:pt x="0" y="26577"/>
                  <a:pt x="0" y="59334"/>
                </a:cubicBezTo>
                <a:cubicBezTo>
                  <a:pt x="0" y="75156"/>
                  <a:pt x="6181" y="89526"/>
                  <a:pt x="16286" y="100157"/>
                </a:cubicBezTo>
                <a:cubicBezTo>
                  <a:pt x="21385" y="105534"/>
                  <a:pt x="25928" y="111776"/>
                  <a:pt x="28153" y="118668"/>
                </a:cubicBezTo>
                <a:lnTo>
                  <a:pt x="90484" y="118668"/>
                </a:lnTo>
                <a:close/>
                <a:moveTo>
                  <a:pt x="89001" y="133501"/>
                </a:moveTo>
                <a:lnTo>
                  <a:pt x="29667" y="133501"/>
                </a:lnTo>
                <a:lnTo>
                  <a:pt x="29667" y="138446"/>
                </a:lnTo>
                <a:cubicBezTo>
                  <a:pt x="29667" y="152105"/>
                  <a:pt x="40730" y="163168"/>
                  <a:pt x="54389" y="163168"/>
                </a:cubicBezTo>
                <a:lnTo>
                  <a:pt x="64278" y="163168"/>
                </a:lnTo>
                <a:cubicBezTo>
                  <a:pt x="77937" y="163168"/>
                  <a:pt x="89001" y="152105"/>
                  <a:pt x="89001" y="138446"/>
                </a:cubicBezTo>
                <a:lnTo>
                  <a:pt x="89001" y="133501"/>
                </a:lnTo>
                <a:close/>
                <a:moveTo>
                  <a:pt x="56862" y="34611"/>
                </a:moveTo>
                <a:cubicBezTo>
                  <a:pt x="44562" y="34611"/>
                  <a:pt x="34611" y="44562"/>
                  <a:pt x="34611" y="56862"/>
                </a:cubicBezTo>
                <a:cubicBezTo>
                  <a:pt x="34611" y="60972"/>
                  <a:pt x="31305" y="64278"/>
                  <a:pt x="27195" y="64278"/>
                </a:cubicBezTo>
                <a:cubicBezTo>
                  <a:pt x="23085" y="64278"/>
                  <a:pt x="19778" y="60972"/>
                  <a:pt x="19778" y="56862"/>
                </a:cubicBezTo>
                <a:cubicBezTo>
                  <a:pt x="19778" y="36373"/>
                  <a:pt x="36373" y="19778"/>
                  <a:pt x="56862" y="19778"/>
                </a:cubicBezTo>
                <a:cubicBezTo>
                  <a:pt x="60972" y="19778"/>
                  <a:pt x="64278" y="23085"/>
                  <a:pt x="64278" y="27195"/>
                </a:cubicBezTo>
                <a:cubicBezTo>
                  <a:pt x="64278" y="31305"/>
                  <a:pt x="60972" y="34611"/>
                  <a:pt x="56862" y="34611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07628" y="5915801"/>
            <a:ext cx="5265327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6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Technical Insight: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05454" y="6232248"/>
            <a:ext cx="5458711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deep learning mostly uses </a:t>
            </a:r>
            <a:r>
              <a:rPr lang="en-US" sz="110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</a:t>
            </a:r>
            <a:r>
              <a:rPr lang="en-US" sz="110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because it's computationally efficient and helps AI learn faster. </a:t>
            </a:r>
            <a:r>
              <a:rPr lang="en-US" sz="1107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Sigmoid</a:t>
            </a:r>
            <a:r>
              <a:rPr lang="en-US" sz="110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used in the final layer when we need probabilities.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842" y="349842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279874" y="0"/>
                </a:moveTo>
                <a:lnTo>
                  <a:pt x="279874" y="0"/>
                </a:lnTo>
                <a:cubicBezTo>
                  <a:pt x="434340" y="0"/>
                  <a:pt x="559747" y="125407"/>
                  <a:pt x="559747" y="279874"/>
                </a:cubicBezTo>
                <a:lnTo>
                  <a:pt x="559747" y="279874"/>
                </a:lnTo>
                <a:cubicBezTo>
                  <a:pt x="559747" y="434340"/>
                  <a:pt x="434340" y="559747"/>
                  <a:pt x="279874" y="559747"/>
                </a:cubicBezTo>
                <a:lnTo>
                  <a:pt x="279874" y="559747"/>
                </a:lnTo>
                <a:cubicBezTo>
                  <a:pt x="125407" y="559747"/>
                  <a:pt x="0" y="434340"/>
                  <a:pt x="0" y="279874"/>
                </a:cubicBezTo>
                <a:lnTo>
                  <a:pt x="0" y="279874"/>
                </a:lnTo>
                <a:cubicBezTo>
                  <a:pt x="0" y="125407"/>
                  <a:pt x="125407" y="0"/>
                  <a:pt x="279874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0712" y="498525"/>
            <a:ext cx="262382" cy="262382"/>
          </a:xfrm>
          <a:custGeom>
            <a:avLst/>
            <a:gdLst/>
            <a:ahLst/>
            <a:cxnLst/>
            <a:rect l="l" t="t" r="r" b="b"/>
            <a:pathLst>
              <a:path w="262382" h="262382">
                <a:moveTo>
                  <a:pt x="114792" y="0"/>
                </a:moveTo>
                <a:cubicBezTo>
                  <a:pt x="132882" y="0"/>
                  <a:pt x="147590" y="11018"/>
                  <a:pt x="147590" y="24598"/>
                </a:cubicBezTo>
                <a:cubicBezTo>
                  <a:pt x="147590" y="29928"/>
                  <a:pt x="145335" y="34848"/>
                  <a:pt x="141440" y="38896"/>
                </a:cubicBezTo>
                <a:cubicBezTo>
                  <a:pt x="138058" y="42432"/>
                  <a:pt x="135291" y="46737"/>
                  <a:pt x="135291" y="51656"/>
                </a:cubicBezTo>
                <a:cubicBezTo>
                  <a:pt x="135291" y="59343"/>
                  <a:pt x="141543" y="65595"/>
                  <a:pt x="149230" y="65595"/>
                </a:cubicBezTo>
                <a:lnTo>
                  <a:pt x="172188" y="65595"/>
                </a:lnTo>
                <a:cubicBezTo>
                  <a:pt x="185768" y="65595"/>
                  <a:pt x="196786" y="76613"/>
                  <a:pt x="196786" y="90194"/>
                </a:cubicBezTo>
                <a:lnTo>
                  <a:pt x="196786" y="113152"/>
                </a:lnTo>
                <a:cubicBezTo>
                  <a:pt x="196786" y="120839"/>
                  <a:pt x="203038" y="127091"/>
                  <a:pt x="210725" y="127091"/>
                </a:cubicBezTo>
                <a:cubicBezTo>
                  <a:pt x="215594" y="127091"/>
                  <a:pt x="219950" y="124324"/>
                  <a:pt x="223486" y="120942"/>
                </a:cubicBezTo>
                <a:cubicBezTo>
                  <a:pt x="227534" y="117098"/>
                  <a:pt x="232454" y="114792"/>
                  <a:pt x="237783" y="114792"/>
                </a:cubicBezTo>
                <a:cubicBezTo>
                  <a:pt x="251364" y="114792"/>
                  <a:pt x="262382" y="129500"/>
                  <a:pt x="262382" y="147590"/>
                </a:cubicBezTo>
                <a:cubicBezTo>
                  <a:pt x="262382" y="165680"/>
                  <a:pt x="251364" y="180387"/>
                  <a:pt x="237783" y="180387"/>
                </a:cubicBezTo>
                <a:cubicBezTo>
                  <a:pt x="232454" y="180387"/>
                  <a:pt x="227483" y="178133"/>
                  <a:pt x="223486" y="174238"/>
                </a:cubicBezTo>
                <a:cubicBezTo>
                  <a:pt x="219950" y="170856"/>
                  <a:pt x="215645" y="168088"/>
                  <a:pt x="210725" y="168088"/>
                </a:cubicBezTo>
                <a:cubicBezTo>
                  <a:pt x="203038" y="168088"/>
                  <a:pt x="196786" y="174340"/>
                  <a:pt x="196786" y="182027"/>
                </a:cubicBezTo>
                <a:lnTo>
                  <a:pt x="196786" y="237783"/>
                </a:lnTo>
                <a:cubicBezTo>
                  <a:pt x="196786" y="251364"/>
                  <a:pt x="185768" y="262382"/>
                  <a:pt x="172188" y="262382"/>
                </a:cubicBezTo>
                <a:lnTo>
                  <a:pt x="143080" y="262382"/>
                </a:lnTo>
                <a:cubicBezTo>
                  <a:pt x="136520" y="262382"/>
                  <a:pt x="131191" y="257052"/>
                  <a:pt x="131191" y="250492"/>
                </a:cubicBezTo>
                <a:cubicBezTo>
                  <a:pt x="131191" y="245778"/>
                  <a:pt x="134163" y="241627"/>
                  <a:pt x="137955" y="238808"/>
                </a:cubicBezTo>
                <a:cubicBezTo>
                  <a:pt x="143900" y="234350"/>
                  <a:pt x="147590" y="228200"/>
                  <a:pt x="147590" y="221385"/>
                </a:cubicBezTo>
                <a:cubicBezTo>
                  <a:pt x="147590" y="207804"/>
                  <a:pt x="132882" y="196786"/>
                  <a:pt x="114792" y="196786"/>
                </a:cubicBezTo>
                <a:cubicBezTo>
                  <a:pt x="96702" y="196786"/>
                  <a:pt x="81994" y="207804"/>
                  <a:pt x="81994" y="221385"/>
                </a:cubicBezTo>
                <a:cubicBezTo>
                  <a:pt x="81994" y="228200"/>
                  <a:pt x="85684" y="234350"/>
                  <a:pt x="91629" y="238808"/>
                </a:cubicBezTo>
                <a:cubicBezTo>
                  <a:pt x="95421" y="241627"/>
                  <a:pt x="98393" y="245727"/>
                  <a:pt x="98393" y="250492"/>
                </a:cubicBezTo>
                <a:cubicBezTo>
                  <a:pt x="98393" y="257052"/>
                  <a:pt x="93063" y="262382"/>
                  <a:pt x="86504" y="262382"/>
                </a:cubicBezTo>
                <a:lnTo>
                  <a:pt x="24598" y="262382"/>
                </a:lnTo>
                <a:cubicBezTo>
                  <a:pt x="11018" y="262382"/>
                  <a:pt x="0" y="251364"/>
                  <a:pt x="0" y="237783"/>
                </a:cubicBezTo>
                <a:lnTo>
                  <a:pt x="0" y="175878"/>
                </a:lnTo>
                <a:cubicBezTo>
                  <a:pt x="0" y="169318"/>
                  <a:pt x="5330" y="163989"/>
                  <a:pt x="11889" y="163989"/>
                </a:cubicBezTo>
                <a:cubicBezTo>
                  <a:pt x="16604" y="163989"/>
                  <a:pt x="20755" y="166961"/>
                  <a:pt x="23573" y="170753"/>
                </a:cubicBezTo>
                <a:cubicBezTo>
                  <a:pt x="28032" y="176698"/>
                  <a:pt x="34181" y="180387"/>
                  <a:pt x="40997" y="180387"/>
                </a:cubicBezTo>
                <a:cubicBezTo>
                  <a:pt x="54577" y="180387"/>
                  <a:pt x="65595" y="165680"/>
                  <a:pt x="65595" y="147590"/>
                </a:cubicBezTo>
                <a:cubicBezTo>
                  <a:pt x="65595" y="129500"/>
                  <a:pt x="54577" y="114792"/>
                  <a:pt x="40997" y="114792"/>
                </a:cubicBezTo>
                <a:cubicBezTo>
                  <a:pt x="34181" y="114792"/>
                  <a:pt x="28032" y="118482"/>
                  <a:pt x="23573" y="124426"/>
                </a:cubicBezTo>
                <a:cubicBezTo>
                  <a:pt x="20755" y="128219"/>
                  <a:pt x="16655" y="131191"/>
                  <a:pt x="11889" y="131191"/>
                </a:cubicBezTo>
                <a:cubicBezTo>
                  <a:pt x="5330" y="131191"/>
                  <a:pt x="0" y="125861"/>
                  <a:pt x="0" y="119302"/>
                </a:cubicBezTo>
                <a:lnTo>
                  <a:pt x="0" y="90194"/>
                </a:lnTo>
                <a:cubicBezTo>
                  <a:pt x="0" y="76613"/>
                  <a:pt x="11018" y="65595"/>
                  <a:pt x="24598" y="65595"/>
                </a:cubicBezTo>
                <a:lnTo>
                  <a:pt x="80354" y="65595"/>
                </a:lnTo>
                <a:cubicBezTo>
                  <a:pt x="88041" y="65595"/>
                  <a:pt x="94293" y="59343"/>
                  <a:pt x="94293" y="51656"/>
                </a:cubicBezTo>
                <a:cubicBezTo>
                  <a:pt x="94293" y="46788"/>
                  <a:pt x="91526" y="42432"/>
                  <a:pt x="88144" y="38896"/>
                </a:cubicBezTo>
                <a:cubicBezTo>
                  <a:pt x="84300" y="34848"/>
                  <a:pt x="81994" y="29928"/>
                  <a:pt x="81994" y="24598"/>
                </a:cubicBezTo>
                <a:cubicBezTo>
                  <a:pt x="81994" y="11018"/>
                  <a:pt x="96702" y="0"/>
                  <a:pt x="11479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9527" y="419811"/>
            <a:ext cx="10154169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6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Putting It All Together - A Real Neural Network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842" y="1049527"/>
            <a:ext cx="11492316" cy="839621"/>
          </a:xfrm>
          <a:custGeom>
            <a:avLst/>
            <a:gdLst/>
            <a:ahLst/>
            <a:cxnLst/>
            <a:rect l="l" t="t" r="r" b="b"/>
            <a:pathLst>
              <a:path w="11492316" h="839621">
                <a:moveTo>
                  <a:pt x="139940" y="0"/>
                </a:moveTo>
                <a:lnTo>
                  <a:pt x="11352376" y="0"/>
                </a:lnTo>
                <a:cubicBezTo>
                  <a:pt x="11429663" y="0"/>
                  <a:pt x="11492316" y="62653"/>
                  <a:pt x="11492316" y="139940"/>
                </a:cubicBezTo>
                <a:lnTo>
                  <a:pt x="11492316" y="699682"/>
                </a:lnTo>
                <a:cubicBezTo>
                  <a:pt x="11492316" y="776968"/>
                  <a:pt x="11429663" y="839621"/>
                  <a:pt x="11352376" y="839621"/>
                </a:cubicBezTo>
                <a:lnTo>
                  <a:pt x="139940" y="839621"/>
                </a:lnTo>
                <a:cubicBezTo>
                  <a:pt x="62653" y="839621"/>
                  <a:pt x="0" y="776968"/>
                  <a:pt x="0" y="699682"/>
                </a:cubicBezTo>
                <a:lnTo>
                  <a:pt x="0" y="139940"/>
                </a:lnTo>
                <a:cubicBezTo>
                  <a:pt x="0" y="62653"/>
                  <a:pt x="62653" y="0"/>
                  <a:pt x="13994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0" scaled="1"/>
          </a:gradFill>
          <a:ln/>
          <a:effectLst>
            <a:outerShdw blurRad="218651" dist="17492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7303" y="1189463"/>
            <a:ext cx="11317395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🐕 The Complete Picture: Dog or Cat?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4795" y="1539306"/>
            <a:ext cx="11282410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Imagine teaching a computer to recognize if a picture shows a DOG or a CAT.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7334" y="2029085"/>
            <a:ext cx="2772499" cy="3244786"/>
          </a:xfrm>
          <a:custGeom>
            <a:avLst/>
            <a:gdLst/>
            <a:ahLst/>
            <a:cxnLst/>
            <a:rect l="l" t="t" r="r" b="b"/>
            <a:pathLst>
              <a:path w="2772499" h="3244786">
                <a:moveTo>
                  <a:pt x="34984" y="0"/>
                </a:moveTo>
                <a:lnTo>
                  <a:pt x="2632571" y="0"/>
                </a:lnTo>
                <a:cubicBezTo>
                  <a:pt x="2709851" y="0"/>
                  <a:pt x="2772499" y="62648"/>
                  <a:pt x="2772499" y="139928"/>
                </a:cubicBezTo>
                <a:lnTo>
                  <a:pt x="2772499" y="3104858"/>
                </a:lnTo>
                <a:cubicBezTo>
                  <a:pt x="2772499" y="3182138"/>
                  <a:pt x="2709851" y="3244786"/>
                  <a:pt x="2632571" y="3244786"/>
                </a:cubicBezTo>
                <a:lnTo>
                  <a:pt x="34984" y="3244786"/>
                </a:lnTo>
                <a:cubicBezTo>
                  <a:pt x="15663" y="3244786"/>
                  <a:pt x="0" y="3229123"/>
                  <a:pt x="0" y="320980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7334" y="2029085"/>
            <a:ext cx="34984" cy="3244786"/>
          </a:xfrm>
          <a:custGeom>
            <a:avLst/>
            <a:gdLst/>
            <a:ahLst/>
            <a:cxnLst/>
            <a:rect l="l" t="t" r="r" b="b"/>
            <a:pathLst>
              <a:path w="34984" h="3244786">
                <a:moveTo>
                  <a:pt x="34984" y="0"/>
                </a:moveTo>
                <a:lnTo>
                  <a:pt x="34984" y="0"/>
                </a:lnTo>
                <a:lnTo>
                  <a:pt x="34984" y="3244786"/>
                </a:lnTo>
                <a:lnTo>
                  <a:pt x="34984" y="3244786"/>
                </a:lnTo>
                <a:cubicBezTo>
                  <a:pt x="15663" y="3244786"/>
                  <a:pt x="0" y="3229123"/>
                  <a:pt x="0" y="320980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4763" y="2169022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1033" y="2169022"/>
            <a:ext cx="507271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4542" y="2256482"/>
            <a:ext cx="612224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INPUTS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4763" y="2693785"/>
            <a:ext cx="253635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the AI sees: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4763" y="2973659"/>
            <a:ext cx="2475133" cy="314858"/>
          </a:xfrm>
          <a:custGeom>
            <a:avLst/>
            <a:gdLst/>
            <a:ahLst/>
            <a:cxnLst/>
            <a:rect l="l" t="t" r="r" b="b"/>
            <a:pathLst>
              <a:path w="2475133" h="314858">
                <a:moveTo>
                  <a:pt x="69968" y="0"/>
                </a:moveTo>
                <a:lnTo>
                  <a:pt x="2405166" y="0"/>
                </a:lnTo>
                <a:cubicBezTo>
                  <a:pt x="2443808" y="0"/>
                  <a:pt x="2475133" y="31326"/>
                  <a:pt x="2475133" y="69968"/>
                </a:cubicBezTo>
                <a:lnTo>
                  <a:pt x="2475133" y="244890"/>
                </a:lnTo>
                <a:cubicBezTo>
                  <a:pt x="2475133" y="283532"/>
                  <a:pt x="2443808" y="314858"/>
                  <a:pt x="2405166" y="314858"/>
                </a:cubicBezTo>
                <a:lnTo>
                  <a:pt x="69968" y="314858"/>
                </a:lnTo>
                <a:cubicBezTo>
                  <a:pt x="31351" y="314858"/>
                  <a:pt x="0" y="283506"/>
                  <a:pt x="0" y="244890"/>
                </a:cubicBezTo>
                <a:lnTo>
                  <a:pt x="0" y="69968"/>
                </a:lnTo>
                <a:cubicBezTo>
                  <a:pt x="0" y="31351"/>
                  <a:pt x="31351" y="0"/>
                  <a:pt x="69968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6597" y="3052373"/>
            <a:ext cx="157429" cy="157429"/>
          </a:xfrm>
          <a:custGeom>
            <a:avLst/>
            <a:gdLst/>
            <a:ahLst/>
            <a:cxnLst/>
            <a:rect l="l" t="t" r="r" b="b"/>
            <a:pathLst>
              <a:path w="157429" h="157429">
                <a:moveTo>
                  <a:pt x="116719" y="92"/>
                </a:moveTo>
                <a:cubicBezTo>
                  <a:pt x="113982" y="461"/>
                  <a:pt x="111430" y="1999"/>
                  <a:pt x="109831" y="4428"/>
                </a:cubicBezTo>
                <a:cubicBezTo>
                  <a:pt x="107740" y="7625"/>
                  <a:pt x="107679" y="11838"/>
                  <a:pt x="109708" y="15066"/>
                </a:cubicBezTo>
                <a:cubicBezTo>
                  <a:pt x="111430" y="17803"/>
                  <a:pt x="114474" y="18971"/>
                  <a:pt x="117026" y="20755"/>
                </a:cubicBezTo>
                <a:cubicBezTo>
                  <a:pt x="119332" y="22354"/>
                  <a:pt x="122438" y="24814"/>
                  <a:pt x="125543" y="28196"/>
                </a:cubicBezTo>
                <a:cubicBezTo>
                  <a:pt x="131693" y="34868"/>
                  <a:pt x="137689" y="44892"/>
                  <a:pt x="137689" y="59036"/>
                </a:cubicBezTo>
                <a:cubicBezTo>
                  <a:pt x="137689" y="64478"/>
                  <a:pt x="142086" y="68875"/>
                  <a:pt x="147528" y="68875"/>
                </a:cubicBezTo>
                <a:cubicBezTo>
                  <a:pt x="152971" y="68875"/>
                  <a:pt x="157367" y="64478"/>
                  <a:pt x="157367" y="59036"/>
                </a:cubicBezTo>
                <a:cubicBezTo>
                  <a:pt x="157367" y="38742"/>
                  <a:pt x="148604" y="24168"/>
                  <a:pt x="139995" y="14851"/>
                </a:cubicBezTo>
                <a:cubicBezTo>
                  <a:pt x="135721" y="10208"/>
                  <a:pt x="131447" y="6826"/>
                  <a:pt x="128219" y="4612"/>
                </a:cubicBezTo>
                <a:cubicBezTo>
                  <a:pt x="124836" y="2275"/>
                  <a:pt x="120993" y="-492"/>
                  <a:pt x="116657" y="92"/>
                </a:cubicBezTo>
                <a:close/>
                <a:moveTo>
                  <a:pt x="73795" y="39357"/>
                </a:moveTo>
                <a:cubicBezTo>
                  <a:pt x="56084" y="39357"/>
                  <a:pt x="41479" y="52763"/>
                  <a:pt x="39572" y="69951"/>
                </a:cubicBezTo>
                <a:cubicBezTo>
                  <a:pt x="38988" y="75363"/>
                  <a:pt x="34099" y="79237"/>
                  <a:pt x="28718" y="78653"/>
                </a:cubicBezTo>
                <a:cubicBezTo>
                  <a:pt x="23338" y="78069"/>
                  <a:pt x="19433" y="73180"/>
                  <a:pt x="20017" y="67799"/>
                </a:cubicBezTo>
                <a:cubicBezTo>
                  <a:pt x="22999" y="40741"/>
                  <a:pt x="45937" y="19679"/>
                  <a:pt x="73795" y="19679"/>
                </a:cubicBezTo>
                <a:cubicBezTo>
                  <a:pt x="103682" y="19679"/>
                  <a:pt x="127911" y="43908"/>
                  <a:pt x="127911" y="73795"/>
                </a:cubicBezTo>
                <a:cubicBezTo>
                  <a:pt x="127911" y="87939"/>
                  <a:pt x="122469" y="100822"/>
                  <a:pt x="113583" y="110477"/>
                </a:cubicBezTo>
                <a:cubicBezTo>
                  <a:pt x="109893" y="114474"/>
                  <a:pt x="108232" y="118102"/>
                  <a:pt x="108232" y="121147"/>
                </a:cubicBezTo>
                <a:lnTo>
                  <a:pt x="108232" y="123022"/>
                </a:lnTo>
                <a:cubicBezTo>
                  <a:pt x="108232" y="142055"/>
                  <a:pt x="92828" y="157460"/>
                  <a:pt x="73795" y="157460"/>
                </a:cubicBezTo>
                <a:cubicBezTo>
                  <a:pt x="68352" y="157460"/>
                  <a:pt x="63956" y="153063"/>
                  <a:pt x="63956" y="147620"/>
                </a:cubicBezTo>
                <a:cubicBezTo>
                  <a:pt x="63956" y="142178"/>
                  <a:pt x="68352" y="137781"/>
                  <a:pt x="73795" y="137781"/>
                </a:cubicBezTo>
                <a:cubicBezTo>
                  <a:pt x="81943" y="137781"/>
                  <a:pt x="88554" y="131170"/>
                  <a:pt x="88554" y="123022"/>
                </a:cubicBezTo>
                <a:lnTo>
                  <a:pt x="88554" y="121147"/>
                </a:lnTo>
                <a:cubicBezTo>
                  <a:pt x="88554" y="111030"/>
                  <a:pt x="93904" y="102821"/>
                  <a:pt x="99131" y="97163"/>
                </a:cubicBezTo>
                <a:cubicBezTo>
                  <a:pt x="104789" y="91014"/>
                  <a:pt x="108232" y="82835"/>
                  <a:pt x="108232" y="73826"/>
                </a:cubicBezTo>
                <a:cubicBezTo>
                  <a:pt x="108232" y="54793"/>
                  <a:pt x="92828" y="39388"/>
                  <a:pt x="73795" y="39388"/>
                </a:cubicBezTo>
                <a:close/>
                <a:moveTo>
                  <a:pt x="0" y="147590"/>
                </a:moveTo>
                <a:cubicBezTo>
                  <a:pt x="0" y="142159"/>
                  <a:pt x="4409" y="137750"/>
                  <a:pt x="9839" y="137750"/>
                </a:cubicBezTo>
                <a:cubicBezTo>
                  <a:pt x="15270" y="137750"/>
                  <a:pt x="19679" y="142159"/>
                  <a:pt x="19679" y="147590"/>
                </a:cubicBezTo>
                <a:cubicBezTo>
                  <a:pt x="19679" y="153020"/>
                  <a:pt x="15270" y="157429"/>
                  <a:pt x="9839" y="157429"/>
                </a:cubicBezTo>
                <a:cubicBezTo>
                  <a:pt x="4409" y="157429"/>
                  <a:pt x="0" y="153020"/>
                  <a:pt x="0" y="147590"/>
                </a:cubicBezTo>
                <a:close/>
                <a:moveTo>
                  <a:pt x="49197" y="118072"/>
                </a:moveTo>
                <a:cubicBezTo>
                  <a:pt x="54627" y="118072"/>
                  <a:pt x="59036" y="113663"/>
                  <a:pt x="59036" y="108232"/>
                </a:cubicBezTo>
                <a:cubicBezTo>
                  <a:pt x="59036" y="102802"/>
                  <a:pt x="54627" y="98393"/>
                  <a:pt x="49197" y="98393"/>
                </a:cubicBezTo>
                <a:cubicBezTo>
                  <a:pt x="43766" y="98393"/>
                  <a:pt x="39357" y="102802"/>
                  <a:pt x="39357" y="108232"/>
                </a:cubicBezTo>
                <a:cubicBezTo>
                  <a:pt x="39357" y="113663"/>
                  <a:pt x="43766" y="118072"/>
                  <a:pt x="49197" y="118072"/>
                </a:cubicBezTo>
                <a:close/>
                <a:moveTo>
                  <a:pt x="26628" y="111123"/>
                </a:moveTo>
                <a:cubicBezTo>
                  <a:pt x="22784" y="107279"/>
                  <a:pt x="16542" y="107279"/>
                  <a:pt x="12699" y="111123"/>
                </a:cubicBezTo>
                <a:cubicBezTo>
                  <a:pt x="8855" y="114966"/>
                  <a:pt x="8855" y="121208"/>
                  <a:pt x="12699" y="125051"/>
                </a:cubicBezTo>
                <a:lnTo>
                  <a:pt x="32377" y="144730"/>
                </a:lnTo>
                <a:cubicBezTo>
                  <a:pt x="36221" y="148574"/>
                  <a:pt x="42463" y="148574"/>
                  <a:pt x="46306" y="144730"/>
                </a:cubicBezTo>
                <a:cubicBezTo>
                  <a:pt x="50150" y="140887"/>
                  <a:pt x="50150" y="134645"/>
                  <a:pt x="46306" y="130801"/>
                </a:cubicBezTo>
                <a:lnTo>
                  <a:pt x="26628" y="111123"/>
                </a:lnTo>
                <a:close/>
                <a:moveTo>
                  <a:pt x="73795" y="63956"/>
                </a:moveTo>
                <a:cubicBezTo>
                  <a:pt x="68352" y="63956"/>
                  <a:pt x="63956" y="68352"/>
                  <a:pt x="63956" y="73795"/>
                </a:cubicBezTo>
                <a:cubicBezTo>
                  <a:pt x="63956" y="77884"/>
                  <a:pt x="60666" y="81174"/>
                  <a:pt x="56576" y="81174"/>
                </a:cubicBezTo>
                <a:cubicBezTo>
                  <a:pt x="52487" y="81174"/>
                  <a:pt x="49197" y="77884"/>
                  <a:pt x="49197" y="73795"/>
                </a:cubicBezTo>
                <a:cubicBezTo>
                  <a:pt x="49197" y="60204"/>
                  <a:pt x="60204" y="49197"/>
                  <a:pt x="73795" y="49197"/>
                </a:cubicBezTo>
                <a:cubicBezTo>
                  <a:pt x="87385" y="49197"/>
                  <a:pt x="98393" y="60204"/>
                  <a:pt x="98393" y="73795"/>
                </a:cubicBezTo>
                <a:cubicBezTo>
                  <a:pt x="98393" y="77884"/>
                  <a:pt x="95103" y="81174"/>
                  <a:pt x="91014" y="81174"/>
                </a:cubicBezTo>
                <a:cubicBezTo>
                  <a:pt x="86924" y="81174"/>
                  <a:pt x="83634" y="77884"/>
                  <a:pt x="83634" y="73795"/>
                </a:cubicBezTo>
                <a:cubicBezTo>
                  <a:pt x="83634" y="68352"/>
                  <a:pt x="79237" y="63956"/>
                  <a:pt x="73795" y="63956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1486" y="3043627"/>
            <a:ext cx="1014542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Pointy ears? 1 or 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4763" y="3323501"/>
            <a:ext cx="2475133" cy="314858"/>
          </a:xfrm>
          <a:custGeom>
            <a:avLst/>
            <a:gdLst/>
            <a:ahLst/>
            <a:cxnLst/>
            <a:rect l="l" t="t" r="r" b="b"/>
            <a:pathLst>
              <a:path w="2475133" h="314858">
                <a:moveTo>
                  <a:pt x="69968" y="0"/>
                </a:moveTo>
                <a:lnTo>
                  <a:pt x="2405166" y="0"/>
                </a:lnTo>
                <a:cubicBezTo>
                  <a:pt x="2443808" y="0"/>
                  <a:pt x="2475133" y="31326"/>
                  <a:pt x="2475133" y="69968"/>
                </a:cubicBezTo>
                <a:lnTo>
                  <a:pt x="2475133" y="244890"/>
                </a:lnTo>
                <a:cubicBezTo>
                  <a:pt x="2475133" y="283532"/>
                  <a:pt x="2443808" y="314858"/>
                  <a:pt x="2405166" y="314858"/>
                </a:cubicBezTo>
                <a:lnTo>
                  <a:pt x="69968" y="314858"/>
                </a:lnTo>
                <a:cubicBezTo>
                  <a:pt x="31351" y="314858"/>
                  <a:pt x="0" y="283506"/>
                  <a:pt x="0" y="244890"/>
                </a:cubicBezTo>
                <a:lnTo>
                  <a:pt x="0" y="69968"/>
                </a:lnTo>
                <a:cubicBezTo>
                  <a:pt x="0" y="31351"/>
                  <a:pt x="31351" y="0"/>
                  <a:pt x="69968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6597" y="3402215"/>
            <a:ext cx="157429" cy="157429"/>
          </a:xfrm>
          <a:custGeom>
            <a:avLst/>
            <a:gdLst/>
            <a:ahLst/>
            <a:cxnLst/>
            <a:rect l="l" t="t" r="r" b="b"/>
            <a:pathLst>
              <a:path w="157429" h="157429">
                <a:moveTo>
                  <a:pt x="78714" y="157429"/>
                </a:moveTo>
                <a:cubicBezTo>
                  <a:pt x="122158" y="157429"/>
                  <a:pt x="157429" y="122158"/>
                  <a:pt x="157429" y="78714"/>
                </a:cubicBezTo>
                <a:cubicBezTo>
                  <a:pt x="157429" y="35271"/>
                  <a:pt x="122158" y="0"/>
                  <a:pt x="78714" y="0"/>
                </a:cubicBezTo>
                <a:cubicBezTo>
                  <a:pt x="35271" y="0"/>
                  <a:pt x="0" y="35271"/>
                  <a:pt x="0" y="78714"/>
                </a:cubicBezTo>
                <a:cubicBezTo>
                  <a:pt x="0" y="122158"/>
                  <a:pt x="35271" y="157429"/>
                  <a:pt x="78714" y="157429"/>
                </a:cubicBezTo>
                <a:close/>
                <a:moveTo>
                  <a:pt x="50857" y="98977"/>
                </a:moveTo>
                <a:cubicBezTo>
                  <a:pt x="57130" y="107587"/>
                  <a:pt x="67276" y="113152"/>
                  <a:pt x="78714" y="113152"/>
                </a:cubicBezTo>
                <a:cubicBezTo>
                  <a:pt x="90153" y="113152"/>
                  <a:pt x="100299" y="107587"/>
                  <a:pt x="106572" y="98977"/>
                </a:cubicBezTo>
                <a:cubicBezTo>
                  <a:pt x="108970" y="95687"/>
                  <a:pt x="113583" y="94949"/>
                  <a:pt x="116873" y="97348"/>
                </a:cubicBezTo>
                <a:cubicBezTo>
                  <a:pt x="120163" y="99746"/>
                  <a:pt x="120901" y="104358"/>
                  <a:pt x="118502" y="107648"/>
                </a:cubicBezTo>
                <a:cubicBezTo>
                  <a:pt x="109555" y="119917"/>
                  <a:pt x="95072" y="127911"/>
                  <a:pt x="78714" y="127911"/>
                </a:cubicBezTo>
                <a:cubicBezTo>
                  <a:pt x="62357" y="127911"/>
                  <a:pt x="47874" y="119917"/>
                  <a:pt x="38927" y="107648"/>
                </a:cubicBezTo>
                <a:cubicBezTo>
                  <a:pt x="36528" y="104358"/>
                  <a:pt x="37266" y="99746"/>
                  <a:pt x="40556" y="97348"/>
                </a:cubicBezTo>
                <a:cubicBezTo>
                  <a:pt x="43846" y="94949"/>
                  <a:pt x="48459" y="95687"/>
                  <a:pt x="50857" y="98977"/>
                </a:cubicBezTo>
                <a:close/>
                <a:moveTo>
                  <a:pt x="44277" y="63956"/>
                </a:moveTo>
                <a:cubicBezTo>
                  <a:pt x="44277" y="58525"/>
                  <a:pt x="48686" y="54116"/>
                  <a:pt x="54116" y="54116"/>
                </a:cubicBezTo>
                <a:cubicBezTo>
                  <a:pt x="59547" y="54116"/>
                  <a:pt x="63956" y="58525"/>
                  <a:pt x="63956" y="63956"/>
                </a:cubicBezTo>
                <a:cubicBezTo>
                  <a:pt x="63956" y="69386"/>
                  <a:pt x="59547" y="73795"/>
                  <a:pt x="54116" y="73795"/>
                </a:cubicBezTo>
                <a:cubicBezTo>
                  <a:pt x="48686" y="73795"/>
                  <a:pt x="44277" y="69386"/>
                  <a:pt x="44277" y="63956"/>
                </a:cubicBezTo>
                <a:close/>
                <a:moveTo>
                  <a:pt x="103313" y="54116"/>
                </a:moveTo>
                <a:cubicBezTo>
                  <a:pt x="108743" y="54116"/>
                  <a:pt x="113152" y="58525"/>
                  <a:pt x="113152" y="63956"/>
                </a:cubicBezTo>
                <a:cubicBezTo>
                  <a:pt x="113152" y="69386"/>
                  <a:pt x="108743" y="73795"/>
                  <a:pt x="103313" y="73795"/>
                </a:cubicBezTo>
                <a:cubicBezTo>
                  <a:pt x="97882" y="73795"/>
                  <a:pt x="93473" y="69386"/>
                  <a:pt x="93473" y="63956"/>
                </a:cubicBezTo>
                <a:cubicBezTo>
                  <a:pt x="93473" y="58525"/>
                  <a:pt x="97882" y="54116"/>
                  <a:pt x="103313" y="54116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1486" y="3393469"/>
            <a:ext cx="118946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whiskers? 1 or 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4763" y="3673343"/>
            <a:ext cx="2475133" cy="314858"/>
          </a:xfrm>
          <a:custGeom>
            <a:avLst/>
            <a:gdLst/>
            <a:ahLst/>
            <a:cxnLst/>
            <a:rect l="l" t="t" r="r" b="b"/>
            <a:pathLst>
              <a:path w="2475133" h="314858">
                <a:moveTo>
                  <a:pt x="69968" y="0"/>
                </a:moveTo>
                <a:lnTo>
                  <a:pt x="2405166" y="0"/>
                </a:lnTo>
                <a:cubicBezTo>
                  <a:pt x="2443808" y="0"/>
                  <a:pt x="2475133" y="31326"/>
                  <a:pt x="2475133" y="69968"/>
                </a:cubicBezTo>
                <a:lnTo>
                  <a:pt x="2475133" y="244890"/>
                </a:lnTo>
                <a:cubicBezTo>
                  <a:pt x="2475133" y="283532"/>
                  <a:pt x="2443808" y="314858"/>
                  <a:pt x="2405166" y="314858"/>
                </a:cubicBezTo>
                <a:lnTo>
                  <a:pt x="69968" y="314858"/>
                </a:lnTo>
                <a:cubicBezTo>
                  <a:pt x="31351" y="314858"/>
                  <a:pt x="0" y="283506"/>
                  <a:pt x="0" y="244890"/>
                </a:cubicBezTo>
                <a:lnTo>
                  <a:pt x="0" y="69968"/>
                </a:lnTo>
                <a:cubicBezTo>
                  <a:pt x="0" y="31351"/>
                  <a:pt x="31351" y="0"/>
                  <a:pt x="6996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6275" y="3752057"/>
            <a:ext cx="118072" cy="157429"/>
          </a:xfrm>
          <a:custGeom>
            <a:avLst/>
            <a:gdLst/>
            <a:ahLst/>
            <a:cxnLst/>
            <a:rect l="l" t="t" r="r" b="b"/>
            <a:pathLst>
              <a:path w="118072" h="157429">
                <a:moveTo>
                  <a:pt x="59036" y="157429"/>
                </a:moveTo>
                <a:cubicBezTo>
                  <a:pt x="26443" y="157429"/>
                  <a:pt x="0" y="130986"/>
                  <a:pt x="0" y="98393"/>
                </a:cubicBezTo>
                <a:cubicBezTo>
                  <a:pt x="0" y="70351"/>
                  <a:pt x="40034" y="14113"/>
                  <a:pt x="51226" y="-1076"/>
                </a:cubicBezTo>
                <a:cubicBezTo>
                  <a:pt x="53040" y="-3536"/>
                  <a:pt x="55900" y="-4920"/>
                  <a:pt x="58974" y="-4920"/>
                </a:cubicBezTo>
                <a:lnTo>
                  <a:pt x="59097" y="-4920"/>
                </a:lnTo>
                <a:cubicBezTo>
                  <a:pt x="62172" y="-4920"/>
                  <a:pt x="65032" y="-3536"/>
                  <a:pt x="66846" y="-1076"/>
                </a:cubicBezTo>
                <a:cubicBezTo>
                  <a:pt x="78038" y="14113"/>
                  <a:pt x="118072" y="70351"/>
                  <a:pt x="118072" y="98393"/>
                </a:cubicBezTo>
                <a:cubicBezTo>
                  <a:pt x="118072" y="130986"/>
                  <a:pt x="91629" y="157429"/>
                  <a:pt x="59036" y="157429"/>
                </a:cubicBezTo>
                <a:close/>
                <a:moveTo>
                  <a:pt x="34438" y="95933"/>
                </a:moveTo>
                <a:cubicBezTo>
                  <a:pt x="34438" y="91844"/>
                  <a:pt x="31148" y="88554"/>
                  <a:pt x="27058" y="88554"/>
                </a:cubicBezTo>
                <a:cubicBezTo>
                  <a:pt x="22969" y="88554"/>
                  <a:pt x="19679" y="91844"/>
                  <a:pt x="19679" y="95933"/>
                </a:cubicBezTo>
                <a:cubicBezTo>
                  <a:pt x="19679" y="119025"/>
                  <a:pt x="38404" y="137750"/>
                  <a:pt x="61496" y="137750"/>
                </a:cubicBezTo>
                <a:cubicBezTo>
                  <a:pt x="65585" y="137750"/>
                  <a:pt x="68875" y="134460"/>
                  <a:pt x="68875" y="130371"/>
                </a:cubicBezTo>
                <a:cubicBezTo>
                  <a:pt x="68875" y="126281"/>
                  <a:pt x="65585" y="122991"/>
                  <a:pt x="61496" y="122991"/>
                </a:cubicBezTo>
                <a:cubicBezTo>
                  <a:pt x="46552" y="122991"/>
                  <a:pt x="34438" y="110877"/>
                  <a:pt x="34438" y="95933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1486" y="3743311"/>
            <a:ext cx="953320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Wet nose? 1 or 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4763" y="4023185"/>
            <a:ext cx="2475133" cy="314858"/>
          </a:xfrm>
          <a:custGeom>
            <a:avLst/>
            <a:gdLst/>
            <a:ahLst/>
            <a:cxnLst/>
            <a:rect l="l" t="t" r="r" b="b"/>
            <a:pathLst>
              <a:path w="2475133" h="314858">
                <a:moveTo>
                  <a:pt x="69968" y="0"/>
                </a:moveTo>
                <a:lnTo>
                  <a:pt x="2405166" y="0"/>
                </a:lnTo>
                <a:cubicBezTo>
                  <a:pt x="2443808" y="0"/>
                  <a:pt x="2475133" y="31326"/>
                  <a:pt x="2475133" y="69968"/>
                </a:cubicBezTo>
                <a:lnTo>
                  <a:pt x="2475133" y="244890"/>
                </a:lnTo>
                <a:cubicBezTo>
                  <a:pt x="2475133" y="283532"/>
                  <a:pt x="2443808" y="314858"/>
                  <a:pt x="2405166" y="314858"/>
                </a:cubicBezTo>
                <a:lnTo>
                  <a:pt x="69968" y="314858"/>
                </a:lnTo>
                <a:cubicBezTo>
                  <a:pt x="31351" y="314858"/>
                  <a:pt x="0" y="283506"/>
                  <a:pt x="0" y="244890"/>
                </a:cubicBezTo>
                <a:lnTo>
                  <a:pt x="0" y="69968"/>
                </a:lnTo>
                <a:cubicBezTo>
                  <a:pt x="0" y="31351"/>
                  <a:pt x="31351" y="0"/>
                  <a:pt x="69968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6758" y="4101900"/>
            <a:ext cx="177108" cy="157429"/>
          </a:xfrm>
          <a:custGeom>
            <a:avLst/>
            <a:gdLst/>
            <a:ahLst/>
            <a:cxnLst/>
            <a:rect l="l" t="t" r="r" b="b"/>
            <a:pathLst>
              <a:path w="177108" h="157429">
                <a:moveTo>
                  <a:pt x="19679" y="29518"/>
                </a:moveTo>
                <a:cubicBezTo>
                  <a:pt x="35975" y="29518"/>
                  <a:pt x="49197" y="42740"/>
                  <a:pt x="49197" y="59036"/>
                </a:cubicBezTo>
                <a:lnTo>
                  <a:pt x="49197" y="85418"/>
                </a:lnTo>
                <a:cubicBezTo>
                  <a:pt x="58329" y="71673"/>
                  <a:pt x="73118" y="61988"/>
                  <a:pt x="90214" y="59589"/>
                </a:cubicBezTo>
                <a:cubicBezTo>
                  <a:pt x="98086" y="78038"/>
                  <a:pt x="116411" y="90983"/>
                  <a:pt x="137750" y="90983"/>
                </a:cubicBezTo>
                <a:cubicBezTo>
                  <a:pt x="141102" y="90983"/>
                  <a:pt x="144392" y="90645"/>
                  <a:pt x="147590" y="90030"/>
                </a:cubicBezTo>
                <a:lnTo>
                  <a:pt x="147590" y="147590"/>
                </a:lnTo>
                <a:cubicBezTo>
                  <a:pt x="147590" y="153032"/>
                  <a:pt x="143193" y="157429"/>
                  <a:pt x="137750" y="157429"/>
                </a:cubicBezTo>
                <a:cubicBezTo>
                  <a:pt x="132308" y="157429"/>
                  <a:pt x="127911" y="153032"/>
                  <a:pt x="127911" y="147590"/>
                </a:cubicBezTo>
                <a:lnTo>
                  <a:pt x="127911" y="104297"/>
                </a:lnTo>
                <a:lnTo>
                  <a:pt x="86094" y="137750"/>
                </a:lnTo>
                <a:lnTo>
                  <a:pt x="103313" y="137750"/>
                </a:lnTo>
                <a:cubicBezTo>
                  <a:pt x="108755" y="137750"/>
                  <a:pt x="113152" y="142147"/>
                  <a:pt x="113152" y="147590"/>
                </a:cubicBezTo>
                <a:cubicBezTo>
                  <a:pt x="113152" y="153032"/>
                  <a:pt x="108755" y="157429"/>
                  <a:pt x="103313" y="157429"/>
                </a:cubicBezTo>
                <a:lnTo>
                  <a:pt x="59036" y="157429"/>
                </a:lnTo>
                <a:cubicBezTo>
                  <a:pt x="42740" y="157429"/>
                  <a:pt x="29518" y="144207"/>
                  <a:pt x="29518" y="127911"/>
                </a:cubicBezTo>
                <a:lnTo>
                  <a:pt x="29518" y="59036"/>
                </a:lnTo>
                <a:cubicBezTo>
                  <a:pt x="29518" y="53932"/>
                  <a:pt x="25644" y="49750"/>
                  <a:pt x="20693" y="49258"/>
                </a:cubicBezTo>
                <a:lnTo>
                  <a:pt x="18664" y="49166"/>
                </a:lnTo>
                <a:cubicBezTo>
                  <a:pt x="13714" y="48643"/>
                  <a:pt x="9839" y="44461"/>
                  <a:pt x="9839" y="39357"/>
                </a:cubicBezTo>
                <a:cubicBezTo>
                  <a:pt x="9839" y="33915"/>
                  <a:pt x="14236" y="29518"/>
                  <a:pt x="19679" y="29518"/>
                </a:cubicBezTo>
                <a:close/>
                <a:moveTo>
                  <a:pt x="164132" y="984"/>
                </a:moveTo>
                <a:cubicBezTo>
                  <a:pt x="167330" y="-1691"/>
                  <a:pt x="172188" y="584"/>
                  <a:pt x="172188" y="4766"/>
                </a:cubicBezTo>
                <a:lnTo>
                  <a:pt x="172188" y="39357"/>
                </a:lnTo>
                <a:cubicBezTo>
                  <a:pt x="172188" y="58390"/>
                  <a:pt x="156783" y="73795"/>
                  <a:pt x="137750" y="73795"/>
                </a:cubicBezTo>
                <a:cubicBezTo>
                  <a:pt x="118717" y="73795"/>
                  <a:pt x="103313" y="58390"/>
                  <a:pt x="103313" y="39357"/>
                </a:cubicBezTo>
                <a:lnTo>
                  <a:pt x="103313" y="4766"/>
                </a:lnTo>
                <a:cubicBezTo>
                  <a:pt x="103313" y="584"/>
                  <a:pt x="108171" y="-1691"/>
                  <a:pt x="111369" y="984"/>
                </a:cubicBezTo>
                <a:lnTo>
                  <a:pt x="127911" y="14759"/>
                </a:lnTo>
                <a:lnTo>
                  <a:pt x="147590" y="14759"/>
                </a:lnTo>
                <a:lnTo>
                  <a:pt x="164132" y="984"/>
                </a:lnTo>
                <a:close/>
                <a:moveTo>
                  <a:pt x="122991" y="33208"/>
                </a:moveTo>
                <a:cubicBezTo>
                  <a:pt x="119597" y="33208"/>
                  <a:pt x="116842" y="35963"/>
                  <a:pt x="116842" y="39357"/>
                </a:cubicBezTo>
                <a:cubicBezTo>
                  <a:pt x="116842" y="42751"/>
                  <a:pt x="119597" y="45507"/>
                  <a:pt x="122991" y="45507"/>
                </a:cubicBezTo>
                <a:cubicBezTo>
                  <a:pt x="126385" y="45507"/>
                  <a:pt x="129141" y="42751"/>
                  <a:pt x="129141" y="39357"/>
                </a:cubicBezTo>
                <a:cubicBezTo>
                  <a:pt x="129141" y="35963"/>
                  <a:pt x="126385" y="33208"/>
                  <a:pt x="122991" y="33208"/>
                </a:cubicBezTo>
                <a:close/>
                <a:moveTo>
                  <a:pt x="152509" y="33208"/>
                </a:moveTo>
                <a:cubicBezTo>
                  <a:pt x="149115" y="33208"/>
                  <a:pt x="146360" y="35963"/>
                  <a:pt x="146360" y="39357"/>
                </a:cubicBezTo>
                <a:cubicBezTo>
                  <a:pt x="146360" y="42751"/>
                  <a:pt x="149115" y="45507"/>
                  <a:pt x="152509" y="45507"/>
                </a:cubicBezTo>
                <a:cubicBezTo>
                  <a:pt x="155903" y="45507"/>
                  <a:pt x="158659" y="42751"/>
                  <a:pt x="158659" y="39357"/>
                </a:cubicBezTo>
                <a:cubicBezTo>
                  <a:pt x="158659" y="35963"/>
                  <a:pt x="155903" y="33208"/>
                  <a:pt x="152509" y="33208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1486" y="4093154"/>
            <a:ext cx="1128241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Says "meow"? 1 or 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4763" y="4373027"/>
            <a:ext cx="2475133" cy="314858"/>
          </a:xfrm>
          <a:custGeom>
            <a:avLst/>
            <a:gdLst/>
            <a:ahLst/>
            <a:cxnLst/>
            <a:rect l="l" t="t" r="r" b="b"/>
            <a:pathLst>
              <a:path w="2475133" h="314858">
                <a:moveTo>
                  <a:pt x="69968" y="0"/>
                </a:moveTo>
                <a:lnTo>
                  <a:pt x="2405166" y="0"/>
                </a:lnTo>
                <a:cubicBezTo>
                  <a:pt x="2443808" y="0"/>
                  <a:pt x="2475133" y="31326"/>
                  <a:pt x="2475133" y="69968"/>
                </a:cubicBezTo>
                <a:lnTo>
                  <a:pt x="2475133" y="244890"/>
                </a:lnTo>
                <a:cubicBezTo>
                  <a:pt x="2475133" y="283532"/>
                  <a:pt x="2443808" y="314858"/>
                  <a:pt x="2405166" y="314858"/>
                </a:cubicBezTo>
                <a:lnTo>
                  <a:pt x="69968" y="314858"/>
                </a:lnTo>
                <a:cubicBezTo>
                  <a:pt x="31351" y="314858"/>
                  <a:pt x="0" y="283506"/>
                  <a:pt x="0" y="244890"/>
                </a:cubicBezTo>
                <a:lnTo>
                  <a:pt x="0" y="69968"/>
                </a:lnTo>
                <a:cubicBezTo>
                  <a:pt x="0" y="31351"/>
                  <a:pt x="31351" y="0"/>
                  <a:pt x="69968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6758" y="4451742"/>
            <a:ext cx="177108" cy="157429"/>
          </a:xfrm>
          <a:custGeom>
            <a:avLst/>
            <a:gdLst/>
            <a:ahLst/>
            <a:cxnLst/>
            <a:rect l="l" t="t" r="r" b="b"/>
            <a:pathLst>
              <a:path w="177108" h="157429">
                <a:moveTo>
                  <a:pt x="9839" y="34438"/>
                </a:moveTo>
                <a:cubicBezTo>
                  <a:pt x="14943" y="34438"/>
                  <a:pt x="19125" y="38312"/>
                  <a:pt x="19617" y="43262"/>
                </a:cubicBezTo>
                <a:lnTo>
                  <a:pt x="19709" y="45292"/>
                </a:lnTo>
                <a:cubicBezTo>
                  <a:pt x="20232" y="50242"/>
                  <a:pt x="24414" y="54116"/>
                  <a:pt x="29518" y="54116"/>
                </a:cubicBezTo>
                <a:lnTo>
                  <a:pt x="84587" y="54116"/>
                </a:lnTo>
                <a:lnTo>
                  <a:pt x="127911" y="72688"/>
                </a:lnTo>
                <a:lnTo>
                  <a:pt x="127911" y="147590"/>
                </a:lnTo>
                <a:cubicBezTo>
                  <a:pt x="127911" y="153032"/>
                  <a:pt x="123514" y="157429"/>
                  <a:pt x="118072" y="157429"/>
                </a:cubicBezTo>
                <a:lnTo>
                  <a:pt x="108232" y="157429"/>
                </a:lnTo>
                <a:cubicBezTo>
                  <a:pt x="102790" y="157429"/>
                  <a:pt x="98393" y="153032"/>
                  <a:pt x="98393" y="147590"/>
                </a:cubicBezTo>
                <a:lnTo>
                  <a:pt x="98393" y="107218"/>
                </a:lnTo>
                <a:cubicBezTo>
                  <a:pt x="91014" y="111000"/>
                  <a:pt x="82650" y="113152"/>
                  <a:pt x="73795" y="113152"/>
                </a:cubicBezTo>
                <a:cubicBezTo>
                  <a:pt x="64939" y="113152"/>
                  <a:pt x="56576" y="111000"/>
                  <a:pt x="49197" y="107218"/>
                </a:cubicBezTo>
                <a:lnTo>
                  <a:pt x="49197" y="147590"/>
                </a:lnTo>
                <a:cubicBezTo>
                  <a:pt x="49197" y="153032"/>
                  <a:pt x="44800" y="157429"/>
                  <a:pt x="39357" y="157429"/>
                </a:cubicBezTo>
                <a:lnTo>
                  <a:pt x="29518" y="157429"/>
                </a:lnTo>
                <a:cubicBezTo>
                  <a:pt x="24076" y="157429"/>
                  <a:pt x="19679" y="153032"/>
                  <a:pt x="19679" y="147590"/>
                </a:cubicBezTo>
                <a:lnTo>
                  <a:pt x="19679" y="72073"/>
                </a:lnTo>
                <a:cubicBezTo>
                  <a:pt x="8210" y="68014"/>
                  <a:pt x="0" y="57130"/>
                  <a:pt x="0" y="44277"/>
                </a:cubicBezTo>
                <a:cubicBezTo>
                  <a:pt x="0" y="38835"/>
                  <a:pt x="4397" y="34438"/>
                  <a:pt x="9839" y="34438"/>
                </a:cubicBezTo>
                <a:close/>
                <a:moveTo>
                  <a:pt x="109401" y="-9839"/>
                </a:moveTo>
                <a:cubicBezTo>
                  <a:pt x="111768" y="-9839"/>
                  <a:pt x="113982" y="-8732"/>
                  <a:pt x="115427" y="-6826"/>
                </a:cubicBezTo>
                <a:lnTo>
                  <a:pt x="120532" y="0"/>
                </a:lnTo>
                <a:lnTo>
                  <a:pt x="136551" y="0"/>
                </a:lnTo>
                <a:cubicBezTo>
                  <a:pt x="140456" y="0"/>
                  <a:pt x="144207" y="1568"/>
                  <a:pt x="146975" y="4335"/>
                </a:cubicBezTo>
                <a:lnTo>
                  <a:pt x="152509" y="9839"/>
                </a:lnTo>
                <a:lnTo>
                  <a:pt x="169728" y="9839"/>
                </a:lnTo>
                <a:cubicBezTo>
                  <a:pt x="173818" y="9839"/>
                  <a:pt x="177108" y="13129"/>
                  <a:pt x="177108" y="17219"/>
                </a:cubicBezTo>
                <a:lnTo>
                  <a:pt x="177108" y="24598"/>
                </a:lnTo>
                <a:cubicBezTo>
                  <a:pt x="177108" y="38189"/>
                  <a:pt x="166100" y="49197"/>
                  <a:pt x="152509" y="49197"/>
                </a:cubicBezTo>
                <a:lnTo>
                  <a:pt x="132831" y="49197"/>
                </a:lnTo>
                <a:lnTo>
                  <a:pt x="130678" y="57806"/>
                </a:lnTo>
                <a:lnTo>
                  <a:pt x="92336" y="41387"/>
                </a:lnTo>
                <a:lnTo>
                  <a:pt x="102052" y="-3874"/>
                </a:lnTo>
                <a:cubicBezTo>
                  <a:pt x="102790" y="-7349"/>
                  <a:pt x="105834" y="-9839"/>
                  <a:pt x="109401" y="-9839"/>
                </a:cubicBezTo>
                <a:close/>
                <a:moveTo>
                  <a:pt x="137750" y="13529"/>
                </a:moveTo>
                <a:cubicBezTo>
                  <a:pt x="134356" y="13529"/>
                  <a:pt x="131601" y="16285"/>
                  <a:pt x="131601" y="19679"/>
                </a:cubicBezTo>
                <a:cubicBezTo>
                  <a:pt x="131601" y="23073"/>
                  <a:pt x="134356" y="25828"/>
                  <a:pt x="137750" y="25828"/>
                </a:cubicBezTo>
                <a:cubicBezTo>
                  <a:pt x="141144" y="25828"/>
                  <a:pt x="143900" y="23073"/>
                  <a:pt x="143900" y="19679"/>
                </a:cubicBezTo>
                <a:cubicBezTo>
                  <a:pt x="143900" y="16285"/>
                  <a:pt x="141144" y="13529"/>
                  <a:pt x="137750" y="13529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1486" y="4442996"/>
            <a:ext cx="927082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Wags tail? 1 or 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66105" y="2029085"/>
            <a:ext cx="2772499" cy="3244786"/>
          </a:xfrm>
          <a:custGeom>
            <a:avLst/>
            <a:gdLst/>
            <a:ahLst/>
            <a:cxnLst/>
            <a:rect l="l" t="t" r="r" b="b"/>
            <a:pathLst>
              <a:path w="2772499" h="3244786">
                <a:moveTo>
                  <a:pt x="34984" y="0"/>
                </a:moveTo>
                <a:lnTo>
                  <a:pt x="2632571" y="0"/>
                </a:lnTo>
                <a:cubicBezTo>
                  <a:pt x="2709851" y="0"/>
                  <a:pt x="2772499" y="62648"/>
                  <a:pt x="2772499" y="139928"/>
                </a:cubicBezTo>
                <a:lnTo>
                  <a:pt x="2772499" y="3104858"/>
                </a:lnTo>
                <a:cubicBezTo>
                  <a:pt x="2772499" y="3182138"/>
                  <a:pt x="2709851" y="3244786"/>
                  <a:pt x="2632571" y="3244786"/>
                </a:cubicBezTo>
                <a:lnTo>
                  <a:pt x="34984" y="3244786"/>
                </a:lnTo>
                <a:cubicBezTo>
                  <a:pt x="15663" y="3244786"/>
                  <a:pt x="0" y="3229123"/>
                  <a:pt x="0" y="320980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66105" y="2029085"/>
            <a:ext cx="34984" cy="3244786"/>
          </a:xfrm>
          <a:custGeom>
            <a:avLst/>
            <a:gdLst/>
            <a:ahLst/>
            <a:cxnLst/>
            <a:rect l="l" t="t" r="r" b="b"/>
            <a:pathLst>
              <a:path w="34984" h="3244786">
                <a:moveTo>
                  <a:pt x="34984" y="0"/>
                </a:moveTo>
                <a:lnTo>
                  <a:pt x="34984" y="0"/>
                </a:lnTo>
                <a:lnTo>
                  <a:pt x="34984" y="3244786"/>
                </a:lnTo>
                <a:lnTo>
                  <a:pt x="34984" y="3244786"/>
                </a:lnTo>
                <a:cubicBezTo>
                  <a:pt x="15663" y="3244786"/>
                  <a:pt x="0" y="3229123"/>
                  <a:pt x="0" y="320980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23534" y="2169022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79803" y="2169022"/>
            <a:ext cx="507271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913313" y="2256482"/>
            <a:ext cx="725923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WEIGHTS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423534" y="2693785"/>
            <a:ext cx="253635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 levels: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23534" y="2973659"/>
            <a:ext cx="2475133" cy="454795"/>
          </a:xfrm>
          <a:custGeom>
            <a:avLst/>
            <a:gdLst/>
            <a:ahLst/>
            <a:cxnLst/>
            <a:rect l="l" t="t" r="r" b="b"/>
            <a:pathLst>
              <a:path w="2475133" h="454795">
                <a:moveTo>
                  <a:pt x="69970" y="0"/>
                </a:moveTo>
                <a:lnTo>
                  <a:pt x="2405163" y="0"/>
                </a:lnTo>
                <a:cubicBezTo>
                  <a:pt x="2443807" y="0"/>
                  <a:pt x="2475133" y="31327"/>
                  <a:pt x="2475133" y="69970"/>
                </a:cubicBezTo>
                <a:lnTo>
                  <a:pt x="2475133" y="384825"/>
                </a:lnTo>
                <a:cubicBezTo>
                  <a:pt x="2475133" y="423468"/>
                  <a:pt x="2443807" y="454795"/>
                  <a:pt x="2405163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93502" y="3043627"/>
            <a:ext cx="239641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Says "meow" → Weight = </a:t>
            </a:r>
            <a:r>
              <a:rPr lang="en-US" sz="964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493502" y="3218548"/>
            <a:ext cx="2387673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 important for cat!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23534" y="3463438"/>
            <a:ext cx="2475133" cy="454795"/>
          </a:xfrm>
          <a:custGeom>
            <a:avLst/>
            <a:gdLst/>
            <a:ahLst/>
            <a:cxnLst/>
            <a:rect l="l" t="t" r="r" b="b"/>
            <a:pathLst>
              <a:path w="2475133" h="454795">
                <a:moveTo>
                  <a:pt x="69970" y="0"/>
                </a:moveTo>
                <a:lnTo>
                  <a:pt x="2405163" y="0"/>
                </a:lnTo>
                <a:cubicBezTo>
                  <a:pt x="2443807" y="0"/>
                  <a:pt x="2475133" y="31327"/>
                  <a:pt x="2475133" y="69970"/>
                </a:cubicBezTo>
                <a:lnTo>
                  <a:pt x="2475133" y="384825"/>
                </a:lnTo>
                <a:cubicBezTo>
                  <a:pt x="2475133" y="423468"/>
                  <a:pt x="2443807" y="454795"/>
                  <a:pt x="2405163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93502" y="3533406"/>
            <a:ext cx="239641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Wags tail → Weight = </a:t>
            </a:r>
            <a:r>
              <a:rPr lang="en-US" sz="964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493502" y="3708327"/>
            <a:ext cx="2387673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 important for dog!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23534" y="3953217"/>
            <a:ext cx="2475133" cy="454795"/>
          </a:xfrm>
          <a:custGeom>
            <a:avLst/>
            <a:gdLst/>
            <a:ahLst/>
            <a:cxnLst/>
            <a:rect l="l" t="t" r="r" b="b"/>
            <a:pathLst>
              <a:path w="2475133" h="454795">
                <a:moveTo>
                  <a:pt x="69970" y="0"/>
                </a:moveTo>
                <a:lnTo>
                  <a:pt x="2405163" y="0"/>
                </a:lnTo>
                <a:cubicBezTo>
                  <a:pt x="2443807" y="0"/>
                  <a:pt x="2475133" y="31327"/>
                  <a:pt x="2475133" y="69970"/>
                </a:cubicBezTo>
                <a:lnTo>
                  <a:pt x="2475133" y="384825"/>
                </a:lnTo>
                <a:cubicBezTo>
                  <a:pt x="2475133" y="423468"/>
                  <a:pt x="2443807" y="454795"/>
                  <a:pt x="2405163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93502" y="4023185"/>
            <a:ext cx="239641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Pointy ears → Weight = </a:t>
            </a:r>
            <a:r>
              <a:rPr lang="en-US" sz="96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493502" y="4198106"/>
            <a:ext cx="2387673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have them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23534" y="4442996"/>
            <a:ext cx="2475133" cy="454795"/>
          </a:xfrm>
          <a:custGeom>
            <a:avLst/>
            <a:gdLst/>
            <a:ahLst/>
            <a:cxnLst/>
            <a:rect l="l" t="t" r="r" b="b"/>
            <a:pathLst>
              <a:path w="2475133" h="454795">
                <a:moveTo>
                  <a:pt x="69970" y="0"/>
                </a:moveTo>
                <a:lnTo>
                  <a:pt x="2405163" y="0"/>
                </a:lnTo>
                <a:cubicBezTo>
                  <a:pt x="2443807" y="0"/>
                  <a:pt x="2475133" y="31327"/>
                  <a:pt x="2475133" y="69970"/>
                </a:cubicBezTo>
                <a:lnTo>
                  <a:pt x="2475133" y="384825"/>
                </a:lnTo>
                <a:cubicBezTo>
                  <a:pt x="2475133" y="423468"/>
                  <a:pt x="2443807" y="454795"/>
                  <a:pt x="2405163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93502" y="4512964"/>
            <a:ext cx="2396419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Whiskers → Weight = </a:t>
            </a:r>
            <a:r>
              <a:rPr lang="en-US" sz="964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493502" y="4687885"/>
            <a:ext cx="2387673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Cats have longer ones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64875" y="2029085"/>
            <a:ext cx="2772499" cy="3244786"/>
          </a:xfrm>
          <a:custGeom>
            <a:avLst/>
            <a:gdLst/>
            <a:ahLst/>
            <a:cxnLst/>
            <a:rect l="l" t="t" r="r" b="b"/>
            <a:pathLst>
              <a:path w="2772499" h="3244786">
                <a:moveTo>
                  <a:pt x="34984" y="0"/>
                </a:moveTo>
                <a:lnTo>
                  <a:pt x="2632571" y="0"/>
                </a:lnTo>
                <a:cubicBezTo>
                  <a:pt x="2709851" y="0"/>
                  <a:pt x="2772499" y="62648"/>
                  <a:pt x="2772499" y="139928"/>
                </a:cubicBezTo>
                <a:lnTo>
                  <a:pt x="2772499" y="3104858"/>
                </a:lnTo>
                <a:cubicBezTo>
                  <a:pt x="2772499" y="3182138"/>
                  <a:pt x="2709851" y="3244786"/>
                  <a:pt x="2632571" y="3244786"/>
                </a:cubicBezTo>
                <a:lnTo>
                  <a:pt x="34984" y="3244786"/>
                </a:lnTo>
                <a:cubicBezTo>
                  <a:pt x="15663" y="3244786"/>
                  <a:pt x="0" y="3229123"/>
                  <a:pt x="0" y="320980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64875" y="2029085"/>
            <a:ext cx="34984" cy="3244786"/>
          </a:xfrm>
          <a:custGeom>
            <a:avLst/>
            <a:gdLst/>
            <a:ahLst/>
            <a:cxnLst/>
            <a:rect l="l" t="t" r="r" b="b"/>
            <a:pathLst>
              <a:path w="34984" h="3244786">
                <a:moveTo>
                  <a:pt x="34984" y="0"/>
                </a:moveTo>
                <a:lnTo>
                  <a:pt x="34984" y="0"/>
                </a:lnTo>
                <a:lnTo>
                  <a:pt x="34984" y="3244786"/>
                </a:lnTo>
                <a:lnTo>
                  <a:pt x="34984" y="3244786"/>
                </a:lnTo>
                <a:cubicBezTo>
                  <a:pt x="15663" y="3244786"/>
                  <a:pt x="0" y="3229123"/>
                  <a:pt x="0" y="320980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22304" y="2169022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78574" y="2169022"/>
            <a:ext cx="507271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12083" y="2256482"/>
            <a:ext cx="900844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CALCULATE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22304" y="2693785"/>
            <a:ext cx="253635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"Is it a CAT?" neuron: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22304" y="2973659"/>
            <a:ext cx="2475133" cy="2160275"/>
          </a:xfrm>
          <a:custGeom>
            <a:avLst/>
            <a:gdLst/>
            <a:ahLst/>
            <a:cxnLst/>
            <a:rect l="l" t="t" r="r" b="b"/>
            <a:pathLst>
              <a:path w="2475133" h="2160275">
                <a:moveTo>
                  <a:pt x="104946" y="0"/>
                </a:moveTo>
                <a:lnTo>
                  <a:pt x="2370187" y="0"/>
                </a:lnTo>
                <a:cubicBezTo>
                  <a:pt x="2428147" y="0"/>
                  <a:pt x="2475133" y="46986"/>
                  <a:pt x="2475133" y="104946"/>
                </a:cubicBezTo>
                <a:lnTo>
                  <a:pt x="2475133" y="2055329"/>
                </a:lnTo>
                <a:cubicBezTo>
                  <a:pt x="2475133" y="2113289"/>
                  <a:pt x="2428147" y="2160275"/>
                  <a:pt x="2370187" y="2160275"/>
                </a:cubicBezTo>
                <a:lnTo>
                  <a:pt x="104946" y="2160275"/>
                </a:lnTo>
                <a:cubicBezTo>
                  <a:pt x="46986" y="2160275"/>
                  <a:pt x="0" y="2113289"/>
                  <a:pt x="0" y="2055329"/>
                </a:cubicBezTo>
                <a:lnTo>
                  <a:pt x="0" y="104946"/>
                </a:lnTo>
                <a:cubicBezTo>
                  <a:pt x="0" y="47025"/>
                  <a:pt x="47025" y="0"/>
                  <a:pt x="10494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27257" y="3604878"/>
            <a:ext cx="2317704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26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(Pointy ears × 4) + (Whiskers × 7) + (Wet nose × 3) + (Meow × 9) + (Wag tail × -8) + Bias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27257" y="4186490"/>
            <a:ext cx="2265228" cy="314858"/>
          </a:xfrm>
          <a:custGeom>
            <a:avLst/>
            <a:gdLst/>
            <a:ahLst/>
            <a:cxnLst/>
            <a:rect l="l" t="t" r="r" b="b"/>
            <a:pathLst>
              <a:path w="2265228" h="314858">
                <a:moveTo>
                  <a:pt x="69968" y="0"/>
                </a:moveTo>
                <a:lnTo>
                  <a:pt x="2195260" y="0"/>
                </a:lnTo>
                <a:cubicBezTo>
                  <a:pt x="2233902" y="0"/>
                  <a:pt x="2265228" y="31326"/>
                  <a:pt x="2265228" y="69968"/>
                </a:cubicBezTo>
                <a:lnTo>
                  <a:pt x="2265228" y="244890"/>
                </a:lnTo>
                <a:cubicBezTo>
                  <a:pt x="2265228" y="283532"/>
                  <a:pt x="2233902" y="314858"/>
                  <a:pt x="2195260" y="314858"/>
                </a:cubicBezTo>
                <a:lnTo>
                  <a:pt x="69968" y="314858"/>
                </a:lnTo>
                <a:cubicBezTo>
                  <a:pt x="31351" y="314858"/>
                  <a:pt x="0" y="283506"/>
                  <a:pt x="0" y="244890"/>
                </a:cubicBezTo>
                <a:lnTo>
                  <a:pt x="0" y="69968"/>
                </a:lnTo>
                <a:cubicBezTo>
                  <a:pt x="0" y="31351"/>
                  <a:pt x="31351" y="0"/>
                  <a:pt x="69968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66614" y="4256459"/>
            <a:ext cx="2186514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4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Score!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63646" y="2029085"/>
            <a:ext cx="2772499" cy="3244786"/>
          </a:xfrm>
          <a:custGeom>
            <a:avLst/>
            <a:gdLst/>
            <a:ahLst/>
            <a:cxnLst/>
            <a:rect l="l" t="t" r="r" b="b"/>
            <a:pathLst>
              <a:path w="2772499" h="3244786">
                <a:moveTo>
                  <a:pt x="34984" y="0"/>
                </a:moveTo>
                <a:lnTo>
                  <a:pt x="2632571" y="0"/>
                </a:lnTo>
                <a:cubicBezTo>
                  <a:pt x="2709851" y="0"/>
                  <a:pt x="2772499" y="62648"/>
                  <a:pt x="2772499" y="139928"/>
                </a:cubicBezTo>
                <a:lnTo>
                  <a:pt x="2772499" y="3104858"/>
                </a:lnTo>
                <a:cubicBezTo>
                  <a:pt x="2772499" y="3182138"/>
                  <a:pt x="2709851" y="3244786"/>
                  <a:pt x="2632571" y="3244786"/>
                </a:cubicBezTo>
                <a:lnTo>
                  <a:pt x="34984" y="3244786"/>
                </a:lnTo>
                <a:cubicBezTo>
                  <a:pt x="15663" y="3244786"/>
                  <a:pt x="0" y="3229123"/>
                  <a:pt x="0" y="320980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063646" y="2029085"/>
            <a:ext cx="34984" cy="3244786"/>
          </a:xfrm>
          <a:custGeom>
            <a:avLst/>
            <a:gdLst/>
            <a:ahLst/>
            <a:cxnLst/>
            <a:rect l="l" t="t" r="r" b="b"/>
            <a:pathLst>
              <a:path w="34984" h="3244786">
                <a:moveTo>
                  <a:pt x="34984" y="0"/>
                </a:moveTo>
                <a:lnTo>
                  <a:pt x="34984" y="0"/>
                </a:lnTo>
                <a:lnTo>
                  <a:pt x="34984" y="3244786"/>
                </a:lnTo>
                <a:lnTo>
                  <a:pt x="34984" y="3244786"/>
                </a:lnTo>
                <a:cubicBezTo>
                  <a:pt x="15663" y="3244786"/>
                  <a:pt x="0" y="3229123"/>
                  <a:pt x="0" y="320980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221075" y="2169022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177344" y="2169022"/>
            <a:ext cx="507271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710854" y="2256482"/>
            <a:ext cx="927082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221075" y="2693785"/>
            <a:ext cx="2536356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 goes through Sigmoid: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221075" y="2973659"/>
            <a:ext cx="2475133" cy="2160275"/>
          </a:xfrm>
          <a:custGeom>
            <a:avLst/>
            <a:gdLst/>
            <a:ahLst/>
            <a:cxnLst/>
            <a:rect l="l" t="t" r="r" b="b"/>
            <a:pathLst>
              <a:path w="2475133" h="2160275">
                <a:moveTo>
                  <a:pt x="104946" y="0"/>
                </a:moveTo>
                <a:lnTo>
                  <a:pt x="2370187" y="0"/>
                </a:lnTo>
                <a:cubicBezTo>
                  <a:pt x="2428147" y="0"/>
                  <a:pt x="2475133" y="46986"/>
                  <a:pt x="2475133" y="104946"/>
                </a:cubicBezTo>
                <a:lnTo>
                  <a:pt x="2475133" y="2055329"/>
                </a:lnTo>
                <a:cubicBezTo>
                  <a:pt x="2475133" y="2113289"/>
                  <a:pt x="2428147" y="2160275"/>
                  <a:pt x="2370187" y="2160275"/>
                </a:cubicBezTo>
                <a:lnTo>
                  <a:pt x="104946" y="2160275"/>
                </a:lnTo>
                <a:cubicBezTo>
                  <a:pt x="46986" y="2160275"/>
                  <a:pt x="0" y="2113289"/>
                  <a:pt x="0" y="2055329"/>
                </a:cubicBezTo>
                <a:lnTo>
                  <a:pt x="0" y="104946"/>
                </a:lnTo>
                <a:cubicBezTo>
                  <a:pt x="0" y="47025"/>
                  <a:pt x="47025" y="0"/>
                  <a:pt x="104946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326027" y="3545842"/>
            <a:ext cx="2265228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=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256059" y="3825716"/>
            <a:ext cx="2405165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0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0.92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317281" y="4315495"/>
            <a:ext cx="228272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(92% certain it's a CAT!)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49842" y="5412441"/>
            <a:ext cx="5676189" cy="1399369"/>
          </a:xfrm>
          <a:custGeom>
            <a:avLst/>
            <a:gdLst/>
            <a:ahLst/>
            <a:cxnLst/>
            <a:rect l="l" t="t" r="r" b="b"/>
            <a:pathLst>
              <a:path w="5676189" h="1399369">
                <a:moveTo>
                  <a:pt x="139937" y="0"/>
                </a:moveTo>
                <a:lnTo>
                  <a:pt x="5536253" y="0"/>
                </a:lnTo>
                <a:cubicBezTo>
                  <a:pt x="5613538" y="0"/>
                  <a:pt x="5676189" y="62652"/>
                  <a:pt x="5676189" y="139937"/>
                </a:cubicBezTo>
                <a:lnTo>
                  <a:pt x="5676189" y="1259432"/>
                </a:lnTo>
                <a:cubicBezTo>
                  <a:pt x="5676189" y="1336717"/>
                  <a:pt x="5613538" y="1399369"/>
                  <a:pt x="5536253" y="1399369"/>
                </a:cubicBezTo>
                <a:lnTo>
                  <a:pt x="139937" y="1399369"/>
                </a:lnTo>
                <a:cubicBezTo>
                  <a:pt x="62704" y="1399369"/>
                  <a:pt x="0" y="1336665"/>
                  <a:pt x="0" y="1259432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8" name="Image 0" descr="https://kimi-web-img.moonshot.cn/img/img.freepik.com/57e294a2d34f193aa1ce2e4f08e85dc3c5cd361e.jpg"/>
          <p:cNvPicPr>
            <a:picLocks noChangeAspect="1"/>
          </p:cNvPicPr>
          <p:nvPr/>
        </p:nvPicPr>
        <p:blipFill>
          <a:blip r:embed="rId3"/>
          <a:srcRect t="39627" b="39627"/>
          <a:stretch/>
        </p:blipFill>
        <p:spPr>
          <a:xfrm>
            <a:off x="489779" y="5552378"/>
            <a:ext cx="5396316" cy="1119495"/>
          </a:xfrm>
          <a:prstGeom prst="roundRect">
            <a:avLst>
              <a:gd name="adj" fmla="val 9375"/>
            </a:avLst>
          </a:prstGeom>
        </p:spPr>
      </p:pic>
      <p:sp>
        <p:nvSpPr>
          <p:cNvPr id="69" name="Shape 66"/>
          <p:cNvSpPr/>
          <p:nvPr/>
        </p:nvSpPr>
        <p:spPr>
          <a:xfrm>
            <a:off x="6164875" y="5412441"/>
            <a:ext cx="5676189" cy="1399369"/>
          </a:xfrm>
          <a:custGeom>
            <a:avLst/>
            <a:gdLst/>
            <a:ahLst/>
            <a:cxnLst/>
            <a:rect l="l" t="t" r="r" b="b"/>
            <a:pathLst>
              <a:path w="5676189" h="1399369">
                <a:moveTo>
                  <a:pt x="139937" y="0"/>
                </a:moveTo>
                <a:lnTo>
                  <a:pt x="5536253" y="0"/>
                </a:lnTo>
                <a:cubicBezTo>
                  <a:pt x="5613538" y="0"/>
                  <a:pt x="5676189" y="62652"/>
                  <a:pt x="5676189" y="139937"/>
                </a:cubicBezTo>
                <a:lnTo>
                  <a:pt x="5676189" y="1259432"/>
                </a:lnTo>
                <a:cubicBezTo>
                  <a:pt x="5676189" y="1336717"/>
                  <a:pt x="5613538" y="1399369"/>
                  <a:pt x="5536253" y="1399369"/>
                </a:cubicBezTo>
                <a:lnTo>
                  <a:pt x="139937" y="1399369"/>
                </a:lnTo>
                <a:cubicBezTo>
                  <a:pt x="62704" y="1399369"/>
                  <a:pt x="0" y="1336665"/>
                  <a:pt x="0" y="1259432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93D"/>
              </a:gs>
              <a:gs pos="100000">
                <a:srgbClr val="FFD93D">
                  <a:alpha val="70000"/>
                </a:srgbClr>
              </a:gs>
            </a:gsLst>
            <a:lin ang="2700000" scaled="1"/>
          </a:gra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6315745" y="5744791"/>
            <a:ext cx="196786" cy="174921"/>
          </a:xfrm>
          <a:custGeom>
            <a:avLst/>
            <a:gdLst/>
            <a:ahLst/>
            <a:cxnLst/>
            <a:rect l="l" t="t" r="r" b="b"/>
            <a:pathLst>
              <a:path w="196786" h="174921">
                <a:moveTo>
                  <a:pt x="105738" y="-6457"/>
                </a:moveTo>
                <a:cubicBezTo>
                  <a:pt x="104338" y="-9190"/>
                  <a:pt x="101502" y="-10933"/>
                  <a:pt x="98427" y="-10933"/>
                </a:cubicBezTo>
                <a:cubicBezTo>
                  <a:pt x="95352" y="-10933"/>
                  <a:pt x="92517" y="-9190"/>
                  <a:pt x="91116" y="-6457"/>
                </a:cubicBezTo>
                <a:lnTo>
                  <a:pt x="65971" y="42808"/>
                </a:lnTo>
                <a:lnTo>
                  <a:pt x="11343" y="51486"/>
                </a:lnTo>
                <a:cubicBezTo>
                  <a:pt x="8302" y="51964"/>
                  <a:pt x="5774" y="54116"/>
                  <a:pt x="4817" y="57054"/>
                </a:cubicBezTo>
                <a:cubicBezTo>
                  <a:pt x="3861" y="59992"/>
                  <a:pt x="4646" y="63204"/>
                  <a:pt x="6799" y="65390"/>
                </a:cubicBezTo>
                <a:lnTo>
                  <a:pt x="45883" y="104509"/>
                </a:lnTo>
                <a:lnTo>
                  <a:pt x="37273" y="159137"/>
                </a:lnTo>
                <a:cubicBezTo>
                  <a:pt x="36795" y="162178"/>
                  <a:pt x="38059" y="165253"/>
                  <a:pt x="40553" y="167063"/>
                </a:cubicBezTo>
                <a:cubicBezTo>
                  <a:pt x="43047" y="168874"/>
                  <a:pt x="46327" y="169147"/>
                  <a:pt x="49094" y="167747"/>
                </a:cubicBezTo>
                <a:lnTo>
                  <a:pt x="98427" y="142670"/>
                </a:lnTo>
                <a:lnTo>
                  <a:pt x="147726" y="167747"/>
                </a:lnTo>
                <a:cubicBezTo>
                  <a:pt x="150459" y="169147"/>
                  <a:pt x="153773" y="168874"/>
                  <a:pt x="156267" y="167063"/>
                </a:cubicBezTo>
                <a:cubicBezTo>
                  <a:pt x="158761" y="165253"/>
                  <a:pt x="160025" y="162212"/>
                  <a:pt x="159547" y="159137"/>
                </a:cubicBezTo>
                <a:lnTo>
                  <a:pt x="150904" y="104509"/>
                </a:lnTo>
                <a:lnTo>
                  <a:pt x="189988" y="65390"/>
                </a:lnTo>
                <a:cubicBezTo>
                  <a:pt x="192174" y="63204"/>
                  <a:pt x="192926" y="59992"/>
                  <a:pt x="191969" y="57054"/>
                </a:cubicBezTo>
                <a:cubicBezTo>
                  <a:pt x="191012" y="54116"/>
                  <a:pt x="188518" y="51964"/>
                  <a:pt x="185444" y="51486"/>
                </a:cubicBezTo>
                <a:lnTo>
                  <a:pt x="130849" y="42808"/>
                </a:lnTo>
                <a:lnTo>
                  <a:pt x="105738" y="-645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6523463" y="5709807"/>
            <a:ext cx="5265125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Amazing Part: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6304812" y="6059649"/>
            <a:ext cx="5466284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AI learns the right weights </a:t>
            </a:r>
            <a:r>
              <a:rPr lang="en-US" sz="110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ITSELF!</a:t>
            </a:r>
            <a:r>
              <a:rPr lang="en-US" sz="110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show it 10,000 pictures of cats and dogs, and it figures out: </a:t>
            </a:r>
            <a:r>
              <a:rPr lang="en-US" sz="110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"Oh! When I see 'meow,' I should make the cat weight REALLY high!"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54" y="342954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274363" y="0"/>
                </a:moveTo>
                <a:lnTo>
                  <a:pt x="274363" y="0"/>
                </a:lnTo>
                <a:cubicBezTo>
                  <a:pt x="425889" y="0"/>
                  <a:pt x="548726" y="122836"/>
                  <a:pt x="548726" y="274363"/>
                </a:cubicBezTo>
                <a:lnTo>
                  <a:pt x="548726" y="274363"/>
                </a:lnTo>
                <a:cubicBezTo>
                  <a:pt x="548726" y="425889"/>
                  <a:pt x="425889" y="548726"/>
                  <a:pt x="274363" y="548726"/>
                </a:cubicBezTo>
                <a:lnTo>
                  <a:pt x="274363" y="548726"/>
                </a:lnTo>
                <a:cubicBezTo>
                  <a:pt x="122836" y="548726"/>
                  <a:pt x="0" y="425889"/>
                  <a:pt x="0" y="274363"/>
                </a:cubicBezTo>
                <a:lnTo>
                  <a:pt x="0" y="274363"/>
                </a:lnTo>
                <a:cubicBezTo>
                  <a:pt x="0" y="122836"/>
                  <a:pt x="122836" y="0"/>
                  <a:pt x="274363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8700" y="488709"/>
            <a:ext cx="321519" cy="257215"/>
          </a:xfrm>
          <a:custGeom>
            <a:avLst/>
            <a:gdLst/>
            <a:ahLst/>
            <a:cxnLst/>
            <a:rect l="l" t="t" r="r" b="b"/>
            <a:pathLst>
              <a:path w="321519" h="257215">
                <a:moveTo>
                  <a:pt x="48228" y="56266"/>
                </a:moveTo>
                <a:cubicBezTo>
                  <a:pt x="48228" y="42953"/>
                  <a:pt x="59029" y="32152"/>
                  <a:pt x="72342" y="32152"/>
                </a:cubicBezTo>
                <a:cubicBezTo>
                  <a:pt x="85655" y="32152"/>
                  <a:pt x="96456" y="42953"/>
                  <a:pt x="96456" y="56266"/>
                </a:cubicBezTo>
                <a:lnTo>
                  <a:pt x="96456" y="112532"/>
                </a:lnTo>
                <a:lnTo>
                  <a:pt x="225063" y="112532"/>
                </a:lnTo>
                <a:lnTo>
                  <a:pt x="225063" y="56266"/>
                </a:lnTo>
                <a:cubicBezTo>
                  <a:pt x="225063" y="42953"/>
                  <a:pt x="235864" y="32152"/>
                  <a:pt x="249177" y="32152"/>
                </a:cubicBezTo>
                <a:cubicBezTo>
                  <a:pt x="262490" y="32152"/>
                  <a:pt x="273291" y="42953"/>
                  <a:pt x="273291" y="56266"/>
                </a:cubicBezTo>
                <a:lnTo>
                  <a:pt x="273291" y="64304"/>
                </a:lnTo>
                <a:lnTo>
                  <a:pt x="281329" y="64304"/>
                </a:lnTo>
                <a:cubicBezTo>
                  <a:pt x="294642" y="64304"/>
                  <a:pt x="305443" y="75105"/>
                  <a:pt x="305443" y="88418"/>
                </a:cubicBezTo>
                <a:lnTo>
                  <a:pt x="305443" y="112532"/>
                </a:lnTo>
                <a:cubicBezTo>
                  <a:pt x="314335" y="112532"/>
                  <a:pt x="321519" y="119716"/>
                  <a:pt x="321519" y="128608"/>
                </a:cubicBezTo>
                <a:cubicBezTo>
                  <a:pt x="321519" y="137500"/>
                  <a:pt x="314335" y="144684"/>
                  <a:pt x="305443" y="144684"/>
                </a:cubicBezTo>
                <a:lnTo>
                  <a:pt x="305443" y="168797"/>
                </a:lnTo>
                <a:cubicBezTo>
                  <a:pt x="305443" y="182110"/>
                  <a:pt x="294642" y="192911"/>
                  <a:pt x="281329" y="192911"/>
                </a:cubicBezTo>
                <a:lnTo>
                  <a:pt x="273291" y="192911"/>
                </a:lnTo>
                <a:lnTo>
                  <a:pt x="273291" y="200949"/>
                </a:lnTo>
                <a:cubicBezTo>
                  <a:pt x="273291" y="214262"/>
                  <a:pt x="262490" y="225063"/>
                  <a:pt x="249177" y="225063"/>
                </a:cubicBezTo>
                <a:cubicBezTo>
                  <a:pt x="235864" y="225063"/>
                  <a:pt x="225063" y="214262"/>
                  <a:pt x="225063" y="200949"/>
                </a:cubicBezTo>
                <a:lnTo>
                  <a:pt x="225063" y="144684"/>
                </a:lnTo>
                <a:lnTo>
                  <a:pt x="96456" y="144684"/>
                </a:lnTo>
                <a:lnTo>
                  <a:pt x="96456" y="200949"/>
                </a:lnTo>
                <a:cubicBezTo>
                  <a:pt x="96456" y="214262"/>
                  <a:pt x="85655" y="225063"/>
                  <a:pt x="72342" y="225063"/>
                </a:cubicBezTo>
                <a:cubicBezTo>
                  <a:pt x="59029" y="225063"/>
                  <a:pt x="48228" y="214262"/>
                  <a:pt x="48228" y="200949"/>
                </a:cubicBezTo>
                <a:lnTo>
                  <a:pt x="48228" y="192911"/>
                </a:lnTo>
                <a:lnTo>
                  <a:pt x="40190" y="192911"/>
                </a:lnTo>
                <a:cubicBezTo>
                  <a:pt x="26877" y="192911"/>
                  <a:pt x="16076" y="182110"/>
                  <a:pt x="16076" y="168797"/>
                </a:cubicBezTo>
                <a:lnTo>
                  <a:pt x="16076" y="144684"/>
                </a:lnTo>
                <a:cubicBezTo>
                  <a:pt x="7184" y="144684"/>
                  <a:pt x="0" y="137500"/>
                  <a:pt x="0" y="128608"/>
                </a:cubicBezTo>
                <a:cubicBezTo>
                  <a:pt x="0" y="119716"/>
                  <a:pt x="7184" y="112532"/>
                  <a:pt x="16076" y="112532"/>
                </a:cubicBezTo>
                <a:lnTo>
                  <a:pt x="16076" y="88418"/>
                </a:lnTo>
                <a:cubicBezTo>
                  <a:pt x="16076" y="75105"/>
                  <a:pt x="26877" y="64304"/>
                  <a:pt x="40190" y="64304"/>
                </a:cubicBezTo>
                <a:lnTo>
                  <a:pt x="48228" y="64304"/>
                </a:lnTo>
                <a:lnTo>
                  <a:pt x="48228" y="5626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8861" y="411544"/>
            <a:ext cx="7673586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1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How AI Learns - The Training Process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2954" y="1028861"/>
            <a:ext cx="5684456" cy="2332084"/>
          </a:xfrm>
          <a:custGeom>
            <a:avLst/>
            <a:gdLst/>
            <a:ahLst/>
            <a:cxnLst/>
            <a:rect l="l" t="t" r="r" b="b"/>
            <a:pathLst>
              <a:path w="5684456" h="2332084">
                <a:moveTo>
                  <a:pt x="137173" y="0"/>
                </a:moveTo>
                <a:lnTo>
                  <a:pt x="5547282" y="0"/>
                </a:lnTo>
                <a:cubicBezTo>
                  <a:pt x="5623041" y="0"/>
                  <a:pt x="5684456" y="61415"/>
                  <a:pt x="5684456" y="137173"/>
                </a:cubicBezTo>
                <a:lnTo>
                  <a:pt x="5684456" y="2194911"/>
                </a:lnTo>
                <a:cubicBezTo>
                  <a:pt x="5684456" y="2270670"/>
                  <a:pt x="5623041" y="2332084"/>
                  <a:pt x="5547282" y="2332084"/>
                </a:cubicBezTo>
                <a:lnTo>
                  <a:pt x="137173" y="2332084"/>
                </a:lnTo>
                <a:cubicBezTo>
                  <a:pt x="61415" y="2332084"/>
                  <a:pt x="0" y="2270670"/>
                  <a:pt x="0" y="2194911"/>
                </a:cubicBezTo>
                <a:lnTo>
                  <a:pt x="0" y="137173"/>
                </a:lnTo>
                <a:cubicBezTo>
                  <a:pt x="0" y="61465"/>
                  <a:pt x="61465" y="0"/>
                  <a:pt x="13717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100000">
                <a:srgbClr val="FFD93D"/>
              </a:gs>
            </a:gsLst>
            <a:lin ang="2700000" scaled="1"/>
          </a:gradFill>
          <a:ln/>
          <a:effectLst>
            <a:outerShdw blurRad="214346" dist="17147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0135" y="1166042"/>
            <a:ext cx="549583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🏀 Story: Learning to Shoot Basketball Free Throws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0135" y="1508996"/>
            <a:ext cx="5410093" cy="685907"/>
          </a:xfrm>
          <a:custGeom>
            <a:avLst/>
            <a:gdLst/>
            <a:ahLst/>
            <a:cxnLst/>
            <a:rect l="l" t="t" r="r" b="b"/>
            <a:pathLst>
              <a:path w="5410093" h="685907">
                <a:moveTo>
                  <a:pt x="102886" y="0"/>
                </a:moveTo>
                <a:lnTo>
                  <a:pt x="5307207" y="0"/>
                </a:lnTo>
                <a:cubicBezTo>
                  <a:pt x="5364029" y="0"/>
                  <a:pt x="5410093" y="46064"/>
                  <a:pt x="5410093" y="102886"/>
                </a:cubicBezTo>
                <a:lnTo>
                  <a:pt x="5410093" y="583021"/>
                </a:lnTo>
                <a:cubicBezTo>
                  <a:pt x="5410093" y="639844"/>
                  <a:pt x="5364029" y="685907"/>
                  <a:pt x="5307207" y="685907"/>
                </a:cubicBezTo>
                <a:lnTo>
                  <a:pt x="102886" y="685907"/>
                </a:lnTo>
                <a:cubicBezTo>
                  <a:pt x="46102" y="685907"/>
                  <a:pt x="0" y="639805"/>
                  <a:pt x="0" y="583021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726" y="1577586"/>
            <a:ext cx="534150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1:</a:t>
            </a: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miss (AI gets answer wrong)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726" y="1783359"/>
            <a:ext cx="533292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Coach: "Stand closer" (Adjust weights)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726" y="1954835"/>
            <a:ext cx="533292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Coach: "Start with ball higher" (Adjust bias)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135" y="2263494"/>
            <a:ext cx="5410093" cy="514430"/>
          </a:xfrm>
          <a:custGeom>
            <a:avLst/>
            <a:gdLst/>
            <a:ahLst/>
            <a:cxnLst/>
            <a:rect l="l" t="t" r="r" b="b"/>
            <a:pathLst>
              <a:path w="5410093" h="514430">
                <a:moveTo>
                  <a:pt x="102886" y="0"/>
                </a:moveTo>
                <a:lnTo>
                  <a:pt x="5307207" y="0"/>
                </a:lnTo>
                <a:cubicBezTo>
                  <a:pt x="5364029" y="0"/>
                  <a:pt x="5410093" y="46064"/>
                  <a:pt x="5410093" y="102886"/>
                </a:cubicBezTo>
                <a:lnTo>
                  <a:pt x="5410093" y="411544"/>
                </a:lnTo>
                <a:cubicBezTo>
                  <a:pt x="5410093" y="468367"/>
                  <a:pt x="5364029" y="514430"/>
                  <a:pt x="5307207" y="514430"/>
                </a:cubicBezTo>
                <a:lnTo>
                  <a:pt x="102886" y="514430"/>
                </a:lnTo>
                <a:cubicBezTo>
                  <a:pt x="46102" y="514430"/>
                  <a:pt x="0" y="468329"/>
                  <a:pt x="0" y="411544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726" y="2332084"/>
            <a:ext cx="534150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2:</a:t>
            </a: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Better! But still missing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726" y="2537857"/>
            <a:ext cx="533292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Keep adjusting until you get it right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135" y="2846515"/>
            <a:ext cx="5410093" cy="377249"/>
          </a:xfrm>
          <a:custGeom>
            <a:avLst/>
            <a:gdLst/>
            <a:ahLst/>
            <a:cxnLst/>
            <a:rect l="l" t="t" r="r" b="b"/>
            <a:pathLst>
              <a:path w="5410093" h="377249">
                <a:moveTo>
                  <a:pt x="102887" y="0"/>
                </a:moveTo>
                <a:lnTo>
                  <a:pt x="5307206" y="0"/>
                </a:lnTo>
                <a:cubicBezTo>
                  <a:pt x="5364029" y="0"/>
                  <a:pt x="5410093" y="46064"/>
                  <a:pt x="5410093" y="102887"/>
                </a:cubicBezTo>
                <a:lnTo>
                  <a:pt x="5410093" y="274362"/>
                </a:lnTo>
                <a:cubicBezTo>
                  <a:pt x="5410093" y="331185"/>
                  <a:pt x="5364029" y="377249"/>
                  <a:pt x="5307206" y="377249"/>
                </a:cubicBezTo>
                <a:lnTo>
                  <a:pt x="102887" y="377249"/>
                </a:lnTo>
                <a:cubicBezTo>
                  <a:pt x="46064" y="377249"/>
                  <a:pt x="0" y="331185"/>
                  <a:pt x="0" y="274362"/>
                </a:cubicBezTo>
                <a:lnTo>
                  <a:pt x="0" y="102887"/>
                </a:lnTo>
                <a:cubicBezTo>
                  <a:pt x="0" y="46102"/>
                  <a:pt x="46102" y="0"/>
                  <a:pt x="102887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0143" y="2915105"/>
            <a:ext cx="535007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30: Swish! Perfect shot! (AI trained!)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0101" y="3498127"/>
            <a:ext cx="5667308" cy="3781063"/>
          </a:xfrm>
          <a:custGeom>
            <a:avLst/>
            <a:gdLst/>
            <a:ahLst/>
            <a:cxnLst/>
            <a:rect l="l" t="t" r="r" b="b"/>
            <a:pathLst>
              <a:path w="5667308" h="3781063">
                <a:moveTo>
                  <a:pt x="34295" y="0"/>
                </a:moveTo>
                <a:lnTo>
                  <a:pt x="5530131" y="0"/>
                </a:lnTo>
                <a:cubicBezTo>
                  <a:pt x="5605892" y="0"/>
                  <a:pt x="5667308" y="61416"/>
                  <a:pt x="5667308" y="137177"/>
                </a:cubicBezTo>
                <a:lnTo>
                  <a:pt x="5667308" y="3643886"/>
                </a:lnTo>
                <a:cubicBezTo>
                  <a:pt x="5667308" y="3719647"/>
                  <a:pt x="5605892" y="3781063"/>
                  <a:pt x="5530131" y="3781063"/>
                </a:cubicBezTo>
                <a:lnTo>
                  <a:pt x="34295" y="3781063"/>
                </a:lnTo>
                <a:cubicBezTo>
                  <a:pt x="15355" y="3781063"/>
                  <a:pt x="0" y="3765709"/>
                  <a:pt x="0" y="37467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0101" y="3498127"/>
            <a:ext cx="34295" cy="3781063"/>
          </a:xfrm>
          <a:custGeom>
            <a:avLst/>
            <a:gdLst/>
            <a:ahLst/>
            <a:cxnLst/>
            <a:rect l="l" t="t" r="r" b="b"/>
            <a:pathLst>
              <a:path w="34295" h="3781063">
                <a:moveTo>
                  <a:pt x="34295" y="0"/>
                </a:moveTo>
                <a:lnTo>
                  <a:pt x="34295" y="0"/>
                </a:lnTo>
                <a:lnTo>
                  <a:pt x="34295" y="3781063"/>
                </a:lnTo>
                <a:lnTo>
                  <a:pt x="34295" y="3781063"/>
                </a:lnTo>
                <a:cubicBezTo>
                  <a:pt x="15355" y="3781063"/>
                  <a:pt x="0" y="3765709"/>
                  <a:pt x="0" y="3746768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4430" y="3669603"/>
            <a:ext cx="214346" cy="171477"/>
          </a:xfrm>
          <a:custGeom>
            <a:avLst/>
            <a:gdLst/>
            <a:ahLst/>
            <a:cxnLst/>
            <a:rect l="l" t="t" r="r" b="b"/>
            <a:pathLst>
              <a:path w="214346" h="171477">
                <a:moveTo>
                  <a:pt x="117890" y="0"/>
                </a:moveTo>
                <a:cubicBezTo>
                  <a:pt x="117890" y="-5928"/>
                  <a:pt x="113101" y="-10717"/>
                  <a:pt x="107173" y="-10717"/>
                </a:cubicBezTo>
                <a:cubicBezTo>
                  <a:pt x="101245" y="-10717"/>
                  <a:pt x="96456" y="-5928"/>
                  <a:pt x="96456" y="0"/>
                </a:cubicBezTo>
                <a:lnTo>
                  <a:pt x="96456" y="21435"/>
                </a:lnTo>
                <a:lnTo>
                  <a:pt x="64304" y="21435"/>
                </a:lnTo>
                <a:cubicBezTo>
                  <a:pt x="46553" y="21435"/>
                  <a:pt x="32152" y="35836"/>
                  <a:pt x="32152" y="53586"/>
                </a:cubicBezTo>
                <a:lnTo>
                  <a:pt x="32152" y="128608"/>
                </a:lnTo>
                <a:cubicBezTo>
                  <a:pt x="32152" y="146358"/>
                  <a:pt x="46553" y="160759"/>
                  <a:pt x="64304" y="160759"/>
                </a:cubicBezTo>
                <a:lnTo>
                  <a:pt x="150042" y="160759"/>
                </a:lnTo>
                <a:cubicBezTo>
                  <a:pt x="167793" y="160759"/>
                  <a:pt x="182194" y="146358"/>
                  <a:pt x="182194" y="128608"/>
                </a:cubicBezTo>
                <a:lnTo>
                  <a:pt x="182194" y="53586"/>
                </a:lnTo>
                <a:cubicBezTo>
                  <a:pt x="182194" y="35836"/>
                  <a:pt x="167793" y="21435"/>
                  <a:pt x="150042" y="21435"/>
                </a:cubicBezTo>
                <a:lnTo>
                  <a:pt x="117890" y="21435"/>
                </a:lnTo>
                <a:lnTo>
                  <a:pt x="117890" y="0"/>
                </a:lnTo>
                <a:close/>
                <a:moveTo>
                  <a:pt x="53586" y="123249"/>
                </a:moveTo>
                <a:cubicBezTo>
                  <a:pt x="53586" y="118795"/>
                  <a:pt x="57170" y="115211"/>
                  <a:pt x="61624" y="115211"/>
                </a:cubicBezTo>
                <a:lnTo>
                  <a:pt x="72342" y="115211"/>
                </a:lnTo>
                <a:cubicBezTo>
                  <a:pt x="76796" y="115211"/>
                  <a:pt x="80380" y="118795"/>
                  <a:pt x="80380" y="123249"/>
                </a:cubicBezTo>
                <a:cubicBezTo>
                  <a:pt x="80380" y="127703"/>
                  <a:pt x="76796" y="131287"/>
                  <a:pt x="72342" y="131287"/>
                </a:cubicBezTo>
                <a:lnTo>
                  <a:pt x="61624" y="131287"/>
                </a:lnTo>
                <a:cubicBezTo>
                  <a:pt x="57170" y="131287"/>
                  <a:pt x="53586" y="127703"/>
                  <a:pt x="53586" y="123249"/>
                </a:cubicBezTo>
                <a:close/>
                <a:moveTo>
                  <a:pt x="93776" y="123249"/>
                </a:moveTo>
                <a:cubicBezTo>
                  <a:pt x="93776" y="118795"/>
                  <a:pt x="97360" y="115211"/>
                  <a:pt x="101814" y="115211"/>
                </a:cubicBezTo>
                <a:lnTo>
                  <a:pt x="112532" y="115211"/>
                </a:lnTo>
                <a:cubicBezTo>
                  <a:pt x="116986" y="115211"/>
                  <a:pt x="120570" y="118795"/>
                  <a:pt x="120570" y="123249"/>
                </a:cubicBezTo>
                <a:cubicBezTo>
                  <a:pt x="120570" y="127703"/>
                  <a:pt x="116986" y="131287"/>
                  <a:pt x="112532" y="131287"/>
                </a:cubicBezTo>
                <a:lnTo>
                  <a:pt x="101814" y="131287"/>
                </a:lnTo>
                <a:cubicBezTo>
                  <a:pt x="97360" y="131287"/>
                  <a:pt x="93776" y="127703"/>
                  <a:pt x="93776" y="123249"/>
                </a:cubicBezTo>
                <a:close/>
                <a:moveTo>
                  <a:pt x="133966" y="123249"/>
                </a:moveTo>
                <a:cubicBezTo>
                  <a:pt x="133966" y="118795"/>
                  <a:pt x="137550" y="115211"/>
                  <a:pt x="142004" y="115211"/>
                </a:cubicBezTo>
                <a:lnTo>
                  <a:pt x="152722" y="115211"/>
                </a:lnTo>
                <a:cubicBezTo>
                  <a:pt x="157176" y="115211"/>
                  <a:pt x="160759" y="118795"/>
                  <a:pt x="160759" y="123249"/>
                </a:cubicBezTo>
                <a:cubicBezTo>
                  <a:pt x="160759" y="127703"/>
                  <a:pt x="157176" y="131287"/>
                  <a:pt x="152722" y="131287"/>
                </a:cubicBezTo>
                <a:lnTo>
                  <a:pt x="142004" y="131287"/>
                </a:lnTo>
                <a:cubicBezTo>
                  <a:pt x="137550" y="131287"/>
                  <a:pt x="133966" y="127703"/>
                  <a:pt x="133966" y="123249"/>
                </a:cubicBezTo>
                <a:close/>
                <a:moveTo>
                  <a:pt x="75021" y="58945"/>
                </a:moveTo>
                <a:cubicBezTo>
                  <a:pt x="83894" y="58945"/>
                  <a:pt x="91097" y="66149"/>
                  <a:pt x="91097" y="75021"/>
                </a:cubicBezTo>
                <a:cubicBezTo>
                  <a:pt x="91097" y="83894"/>
                  <a:pt x="83894" y="91097"/>
                  <a:pt x="75021" y="91097"/>
                </a:cubicBezTo>
                <a:cubicBezTo>
                  <a:pt x="66149" y="91097"/>
                  <a:pt x="58945" y="83894"/>
                  <a:pt x="58945" y="75021"/>
                </a:cubicBezTo>
                <a:cubicBezTo>
                  <a:pt x="58945" y="66149"/>
                  <a:pt x="66149" y="58945"/>
                  <a:pt x="75021" y="58945"/>
                </a:cubicBezTo>
                <a:close/>
                <a:moveTo>
                  <a:pt x="123249" y="75021"/>
                </a:moveTo>
                <a:cubicBezTo>
                  <a:pt x="123249" y="66149"/>
                  <a:pt x="130452" y="58945"/>
                  <a:pt x="139325" y="58945"/>
                </a:cubicBezTo>
                <a:cubicBezTo>
                  <a:pt x="148197" y="58945"/>
                  <a:pt x="155401" y="66149"/>
                  <a:pt x="155401" y="75021"/>
                </a:cubicBezTo>
                <a:cubicBezTo>
                  <a:pt x="155401" y="83894"/>
                  <a:pt x="148197" y="91097"/>
                  <a:pt x="139325" y="91097"/>
                </a:cubicBezTo>
                <a:cubicBezTo>
                  <a:pt x="130452" y="91097"/>
                  <a:pt x="123249" y="83894"/>
                  <a:pt x="123249" y="75021"/>
                </a:cubicBezTo>
                <a:close/>
                <a:moveTo>
                  <a:pt x="21435" y="75021"/>
                </a:moveTo>
                <a:cubicBezTo>
                  <a:pt x="21435" y="69093"/>
                  <a:pt x="16645" y="64304"/>
                  <a:pt x="10717" y="64304"/>
                </a:cubicBezTo>
                <a:cubicBezTo>
                  <a:pt x="4789" y="64304"/>
                  <a:pt x="0" y="69093"/>
                  <a:pt x="0" y="75021"/>
                </a:cubicBezTo>
                <a:lnTo>
                  <a:pt x="0" y="107173"/>
                </a:lnTo>
                <a:cubicBezTo>
                  <a:pt x="0" y="113101"/>
                  <a:pt x="4789" y="117890"/>
                  <a:pt x="10717" y="117890"/>
                </a:cubicBezTo>
                <a:cubicBezTo>
                  <a:pt x="16645" y="117890"/>
                  <a:pt x="21435" y="113101"/>
                  <a:pt x="21435" y="107173"/>
                </a:cubicBezTo>
                <a:lnTo>
                  <a:pt x="21435" y="75021"/>
                </a:lnTo>
                <a:close/>
                <a:moveTo>
                  <a:pt x="203629" y="64304"/>
                </a:moveTo>
                <a:cubicBezTo>
                  <a:pt x="197701" y="64304"/>
                  <a:pt x="192911" y="69093"/>
                  <a:pt x="192911" y="75021"/>
                </a:cubicBezTo>
                <a:lnTo>
                  <a:pt x="192911" y="107173"/>
                </a:lnTo>
                <a:cubicBezTo>
                  <a:pt x="192911" y="113101"/>
                  <a:pt x="197701" y="117890"/>
                  <a:pt x="203629" y="117890"/>
                </a:cubicBezTo>
                <a:cubicBezTo>
                  <a:pt x="209557" y="117890"/>
                  <a:pt x="214346" y="113101"/>
                  <a:pt x="214346" y="107173"/>
                </a:cubicBezTo>
                <a:lnTo>
                  <a:pt x="214346" y="75021"/>
                </a:lnTo>
                <a:cubicBezTo>
                  <a:pt x="214346" y="69093"/>
                  <a:pt x="209557" y="64304"/>
                  <a:pt x="203629" y="64304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8776" y="3635308"/>
            <a:ext cx="524719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learns the EXACT same way: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4430" y="3978262"/>
            <a:ext cx="2657890" cy="1543291"/>
          </a:xfrm>
          <a:custGeom>
            <a:avLst/>
            <a:gdLst/>
            <a:ahLst/>
            <a:cxnLst/>
            <a:rect l="l" t="t" r="r" b="b"/>
            <a:pathLst>
              <a:path w="2657890" h="1543291">
                <a:moveTo>
                  <a:pt x="102891" y="0"/>
                </a:moveTo>
                <a:lnTo>
                  <a:pt x="2554999" y="0"/>
                </a:lnTo>
                <a:cubicBezTo>
                  <a:pt x="2611824" y="0"/>
                  <a:pt x="2657890" y="46066"/>
                  <a:pt x="2657890" y="102891"/>
                </a:cubicBezTo>
                <a:lnTo>
                  <a:pt x="2657890" y="1440400"/>
                </a:lnTo>
                <a:cubicBezTo>
                  <a:pt x="2657890" y="1497225"/>
                  <a:pt x="2611824" y="1543291"/>
                  <a:pt x="2554999" y="1543291"/>
                </a:cubicBezTo>
                <a:lnTo>
                  <a:pt x="102891" y="1543291"/>
                </a:lnTo>
                <a:cubicBezTo>
                  <a:pt x="46066" y="1543291"/>
                  <a:pt x="0" y="1497225"/>
                  <a:pt x="0" y="1440400"/>
                </a:cubicBezTo>
                <a:lnTo>
                  <a:pt x="0" y="102891"/>
                </a:lnTo>
                <a:cubicBezTo>
                  <a:pt x="0" y="46104"/>
                  <a:pt x="46104" y="0"/>
                  <a:pt x="102891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35594" y="4081148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92725" y="4081148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92055" y="4561283"/>
            <a:ext cx="497283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GUESS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7308" y="4801350"/>
            <a:ext cx="2512135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makes a prediction with random weights and bias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37026" y="3978262"/>
            <a:ext cx="2657890" cy="1543291"/>
          </a:xfrm>
          <a:custGeom>
            <a:avLst/>
            <a:gdLst/>
            <a:ahLst/>
            <a:cxnLst/>
            <a:rect l="l" t="t" r="r" b="b"/>
            <a:pathLst>
              <a:path w="2657890" h="1543291">
                <a:moveTo>
                  <a:pt x="102891" y="0"/>
                </a:moveTo>
                <a:lnTo>
                  <a:pt x="2554999" y="0"/>
                </a:lnTo>
                <a:cubicBezTo>
                  <a:pt x="2611824" y="0"/>
                  <a:pt x="2657890" y="46066"/>
                  <a:pt x="2657890" y="102891"/>
                </a:cubicBezTo>
                <a:lnTo>
                  <a:pt x="2657890" y="1440400"/>
                </a:lnTo>
                <a:cubicBezTo>
                  <a:pt x="2657890" y="1497225"/>
                  <a:pt x="2611824" y="1543291"/>
                  <a:pt x="2554999" y="1543291"/>
                </a:cubicBezTo>
                <a:lnTo>
                  <a:pt x="102891" y="1543291"/>
                </a:lnTo>
                <a:cubicBezTo>
                  <a:pt x="46066" y="1543291"/>
                  <a:pt x="0" y="1497225"/>
                  <a:pt x="0" y="1440400"/>
                </a:cubicBezTo>
                <a:lnTo>
                  <a:pt x="0" y="102891"/>
                </a:lnTo>
                <a:cubicBezTo>
                  <a:pt x="0" y="46104"/>
                  <a:pt x="46104" y="0"/>
                  <a:pt x="102891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58324" y="4081148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15455" y="4081148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15589" y="4561283"/>
            <a:ext cx="497283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CHECK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42420" y="4801350"/>
            <a:ext cx="144040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Did it get the right answer?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28549" y="5007122"/>
            <a:ext cx="1671899" cy="205772"/>
          </a:xfrm>
          <a:custGeom>
            <a:avLst/>
            <a:gdLst/>
            <a:ahLst/>
            <a:cxnLst/>
            <a:rect l="l" t="t" r="r" b="b"/>
            <a:pathLst>
              <a:path w="1671899" h="205772">
                <a:moveTo>
                  <a:pt x="68590" y="0"/>
                </a:moveTo>
                <a:lnTo>
                  <a:pt x="1603309" y="0"/>
                </a:lnTo>
                <a:cubicBezTo>
                  <a:pt x="1641165" y="0"/>
                  <a:pt x="1671899" y="30734"/>
                  <a:pt x="1671899" y="68590"/>
                </a:cubicBezTo>
                <a:lnTo>
                  <a:pt x="1671899" y="137182"/>
                </a:lnTo>
                <a:cubicBezTo>
                  <a:pt x="1671899" y="175038"/>
                  <a:pt x="1641165" y="205772"/>
                  <a:pt x="1603309" y="205772"/>
                </a:cubicBezTo>
                <a:lnTo>
                  <a:pt x="68590" y="205772"/>
                </a:lnTo>
                <a:cubicBezTo>
                  <a:pt x="30734" y="205772"/>
                  <a:pt x="0" y="175038"/>
                  <a:pt x="0" y="137182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37122" y="5041418"/>
            <a:ext cx="1654751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 → AI said "dog" → WRONG! ❌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4430" y="5593895"/>
            <a:ext cx="2657890" cy="1543291"/>
          </a:xfrm>
          <a:custGeom>
            <a:avLst/>
            <a:gdLst/>
            <a:ahLst/>
            <a:cxnLst/>
            <a:rect l="l" t="t" r="r" b="b"/>
            <a:pathLst>
              <a:path w="2657890" h="1543291">
                <a:moveTo>
                  <a:pt x="102891" y="0"/>
                </a:moveTo>
                <a:lnTo>
                  <a:pt x="2554999" y="0"/>
                </a:lnTo>
                <a:cubicBezTo>
                  <a:pt x="2611824" y="0"/>
                  <a:pt x="2657890" y="46066"/>
                  <a:pt x="2657890" y="102891"/>
                </a:cubicBezTo>
                <a:lnTo>
                  <a:pt x="2657890" y="1440400"/>
                </a:lnTo>
                <a:cubicBezTo>
                  <a:pt x="2657890" y="1497225"/>
                  <a:pt x="2611824" y="1543291"/>
                  <a:pt x="2554999" y="1543291"/>
                </a:cubicBezTo>
                <a:lnTo>
                  <a:pt x="102891" y="1543291"/>
                </a:lnTo>
                <a:cubicBezTo>
                  <a:pt x="46066" y="1543291"/>
                  <a:pt x="0" y="1497225"/>
                  <a:pt x="0" y="1440400"/>
                </a:cubicBezTo>
                <a:lnTo>
                  <a:pt x="0" y="102891"/>
                </a:lnTo>
                <a:cubicBezTo>
                  <a:pt x="0" y="46104"/>
                  <a:pt x="46104" y="0"/>
                  <a:pt x="10289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635594" y="5696781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592725" y="5696781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70620" y="6176916"/>
            <a:ext cx="54015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ADJUST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1610" y="6416983"/>
            <a:ext cx="1757637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wrong, adjust weights and bias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12042" y="6622755"/>
            <a:ext cx="1860523" cy="205772"/>
          </a:xfrm>
          <a:custGeom>
            <a:avLst/>
            <a:gdLst/>
            <a:ahLst/>
            <a:cxnLst/>
            <a:rect l="l" t="t" r="r" b="b"/>
            <a:pathLst>
              <a:path w="1860523" h="205772">
                <a:moveTo>
                  <a:pt x="68590" y="0"/>
                </a:moveTo>
                <a:lnTo>
                  <a:pt x="1791933" y="0"/>
                </a:lnTo>
                <a:cubicBezTo>
                  <a:pt x="1829789" y="0"/>
                  <a:pt x="1860523" y="30734"/>
                  <a:pt x="1860523" y="68590"/>
                </a:cubicBezTo>
                <a:lnTo>
                  <a:pt x="1860523" y="137182"/>
                </a:lnTo>
                <a:cubicBezTo>
                  <a:pt x="1860523" y="175038"/>
                  <a:pt x="1829789" y="205772"/>
                  <a:pt x="1791933" y="205772"/>
                </a:cubicBezTo>
                <a:lnTo>
                  <a:pt x="68590" y="205772"/>
                </a:lnTo>
                <a:cubicBezTo>
                  <a:pt x="30734" y="205772"/>
                  <a:pt x="0" y="175038"/>
                  <a:pt x="0" y="137182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20616" y="6657051"/>
            <a:ext cx="1843376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 gave 'wet nose' too much importance"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37026" y="5593895"/>
            <a:ext cx="2657890" cy="1543291"/>
          </a:xfrm>
          <a:custGeom>
            <a:avLst/>
            <a:gdLst/>
            <a:ahLst/>
            <a:cxnLst/>
            <a:rect l="l" t="t" r="r" b="b"/>
            <a:pathLst>
              <a:path w="2657890" h="1543291">
                <a:moveTo>
                  <a:pt x="102891" y="0"/>
                </a:moveTo>
                <a:lnTo>
                  <a:pt x="2554999" y="0"/>
                </a:lnTo>
                <a:cubicBezTo>
                  <a:pt x="2611824" y="0"/>
                  <a:pt x="2657890" y="46066"/>
                  <a:pt x="2657890" y="102891"/>
                </a:cubicBezTo>
                <a:lnTo>
                  <a:pt x="2657890" y="1440400"/>
                </a:lnTo>
                <a:cubicBezTo>
                  <a:pt x="2657890" y="1497225"/>
                  <a:pt x="2611824" y="1543291"/>
                  <a:pt x="2554999" y="1543291"/>
                </a:cubicBezTo>
                <a:lnTo>
                  <a:pt x="102891" y="1543291"/>
                </a:lnTo>
                <a:cubicBezTo>
                  <a:pt x="46066" y="1543291"/>
                  <a:pt x="0" y="1497225"/>
                  <a:pt x="0" y="1440400"/>
                </a:cubicBezTo>
                <a:lnTo>
                  <a:pt x="0" y="102891"/>
                </a:lnTo>
                <a:cubicBezTo>
                  <a:pt x="0" y="46104"/>
                  <a:pt x="46104" y="0"/>
                  <a:pt x="102891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358324" y="5696781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15455" y="5696781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292948" y="6176916"/>
            <a:ext cx="54015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REPEAT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09904" y="6416983"/>
            <a:ext cx="2512135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this MILLIONS of times until the AI gets really good!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65528" y="1028861"/>
            <a:ext cx="5684456" cy="5049992"/>
          </a:xfrm>
          <a:custGeom>
            <a:avLst/>
            <a:gdLst/>
            <a:ahLst/>
            <a:cxnLst/>
            <a:rect l="l" t="t" r="r" b="b"/>
            <a:pathLst>
              <a:path w="5684456" h="5049992">
                <a:moveTo>
                  <a:pt x="137158" y="0"/>
                </a:moveTo>
                <a:lnTo>
                  <a:pt x="5547298" y="0"/>
                </a:lnTo>
                <a:cubicBezTo>
                  <a:pt x="5623048" y="0"/>
                  <a:pt x="5684456" y="61408"/>
                  <a:pt x="5684456" y="137158"/>
                </a:cubicBezTo>
                <a:lnTo>
                  <a:pt x="5684456" y="4912834"/>
                </a:lnTo>
                <a:cubicBezTo>
                  <a:pt x="5684456" y="4988584"/>
                  <a:pt x="5623048" y="5049992"/>
                  <a:pt x="5547298" y="5049992"/>
                </a:cubicBezTo>
                <a:lnTo>
                  <a:pt x="137158" y="5049992"/>
                </a:lnTo>
                <a:cubicBezTo>
                  <a:pt x="61408" y="5049992"/>
                  <a:pt x="0" y="4988584"/>
                  <a:pt x="0" y="4912834"/>
                </a:cubicBezTo>
                <a:lnTo>
                  <a:pt x="0" y="137158"/>
                </a:lnTo>
                <a:cubicBezTo>
                  <a:pt x="0" y="61458"/>
                  <a:pt x="61458" y="0"/>
                  <a:pt x="1371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5" name="Image 0" descr="https://kimi-web-img.moonshot.cn/img/cdn.firstcry.com/bb1f11be2cbb26074998738086c1348ab7e0f9a2.jpg"/>
          <p:cNvPicPr>
            <a:picLocks noChangeAspect="1"/>
          </p:cNvPicPr>
          <p:nvPr/>
        </p:nvPicPr>
        <p:blipFill>
          <a:blip r:embed="rId3"/>
          <a:srcRect t="27744" b="27744"/>
          <a:stretch/>
        </p:blipFill>
        <p:spPr>
          <a:xfrm>
            <a:off x="6302710" y="1166042"/>
            <a:ext cx="5410093" cy="1646177"/>
          </a:xfrm>
          <a:prstGeom prst="roundRect">
            <a:avLst>
              <a:gd name="adj" fmla="val 6250"/>
            </a:avLst>
          </a:prstGeom>
        </p:spPr>
      </p:pic>
      <p:sp>
        <p:nvSpPr>
          <p:cNvPr id="46" name="Shape 43"/>
          <p:cNvSpPr/>
          <p:nvPr/>
        </p:nvSpPr>
        <p:spPr>
          <a:xfrm>
            <a:off x="6302710" y="2915105"/>
            <a:ext cx="5410093" cy="411544"/>
          </a:xfrm>
          <a:custGeom>
            <a:avLst/>
            <a:gdLst/>
            <a:ahLst/>
            <a:cxnLst/>
            <a:rect l="l" t="t" r="r" b="b"/>
            <a:pathLst>
              <a:path w="5410093" h="411544">
                <a:moveTo>
                  <a:pt x="102886" y="0"/>
                </a:moveTo>
                <a:lnTo>
                  <a:pt x="5307207" y="0"/>
                </a:lnTo>
                <a:cubicBezTo>
                  <a:pt x="5364029" y="0"/>
                  <a:pt x="5410093" y="46064"/>
                  <a:pt x="5410093" y="102886"/>
                </a:cubicBezTo>
                <a:lnTo>
                  <a:pt x="5410093" y="308658"/>
                </a:lnTo>
                <a:cubicBezTo>
                  <a:pt x="5410093" y="365481"/>
                  <a:pt x="5364029" y="411544"/>
                  <a:pt x="5307207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7824031" y="3052287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128634" y="51443"/>
                </a:moveTo>
                <a:lnTo>
                  <a:pt x="130751" y="51443"/>
                </a:lnTo>
                <a:cubicBezTo>
                  <a:pt x="134315" y="51443"/>
                  <a:pt x="137181" y="48576"/>
                  <a:pt x="137181" y="45013"/>
                </a:cubicBezTo>
                <a:lnTo>
                  <a:pt x="137181" y="6430"/>
                </a:lnTo>
                <a:cubicBezTo>
                  <a:pt x="137181" y="3831"/>
                  <a:pt x="135627" y="1474"/>
                  <a:pt x="133216" y="482"/>
                </a:cubicBezTo>
                <a:cubicBezTo>
                  <a:pt x="130805" y="-509"/>
                  <a:pt x="128045" y="54"/>
                  <a:pt x="126196" y="1876"/>
                </a:cubicBezTo>
                <a:lnTo>
                  <a:pt x="112344" y="15754"/>
                </a:lnTo>
                <a:cubicBezTo>
                  <a:pt x="100475" y="5921"/>
                  <a:pt x="85203" y="0"/>
                  <a:pt x="68591" y="0"/>
                </a:cubicBezTo>
                <a:cubicBezTo>
                  <a:pt x="34027" y="0"/>
                  <a:pt x="5439" y="25561"/>
                  <a:pt x="697" y="58811"/>
                </a:cubicBezTo>
                <a:cubicBezTo>
                  <a:pt x="27" y="63500"/>
                  <a:pt x="3269" y="67841"/>
                  <a:pt x="7958" y="68510"/>
                </a:cubicBezTo>
                <a:cubicBezTo>
                  <a:pt x="12646" y="69180"/>
                  <a:pt x="16987" y="65911"/>
                  <a:pt x="17657" y="61249"/>
                </a:cubicBezTo>
                <a:cubicBezTo>
                  <a:pt x="21220" y="36305"/>
                  <a:pt x="42682" y="17148"/>
                  <a:pt x="68591" y="17148"/>
                </a:cubicBezTo>
                <a:cubicBezTo>
                  <a:pt x="80487" y="17148"/>
                  <a:pt x="91419" y="21167"/>
                  <a:pt x="100126" y="27945"/>
                </a:cubicBezTo>
                <a:lnTo>
                  <a:pt x="87614" y="40458"/>
                </a:lnTo>
                <a:cubicBezTo>
                  <a:pt x="85765" y="42307"/>
                  <a:pt x="85229" y="45066"/>
                  <a:pt x="86221" y="47478"/>
                </a:cubicBezTo>
                <a:cubicBezTo>
                  <a:pt x="87212" y="49889"/>
                  <a:pt x="89570" y="51443"/>
                  <a:pt x="92169" y="51443"/>
                </a:cubicBezTo>
                <a:lnTo>
                  <a:pt x="128634" y="51443"/>
                </a:lnTo>
                <a:close/>
                <a:moveTo>
                  <a:pt x="136512" y="78370"/>
                </a:moveTo>
                <a:cubicBezTo>
                  <a:pt x="137181" y="73681"/>
                  <a:pt x="133913" y="69341"/>
                  <a:pt x="129251" y="68671"/>
                </a:cubicBezTo>
                <a:cubicBezTo>
                  <a:pt x="124589" y="68001"/>
                  <a:pt x="120221" y="71270"/>
                  <a:pt x="119551" y="75932"/>
                </a:cubicBezTo>
                <a:cubicBezTo>
                  <a:pt x="115988" y="100850"/>
                  <a:pt x="94527" y="120007"/>
                  <a:pt x="68618" y="120007"/>
                </a:cubicBezTo>
                <a:cubicBezTo>
                  <a:pt x="56721" y="120007"/>
                  <a:pt x="45790" y="115988"/>
                  <a:pt x="37082" y="109209"/>
                </a:cubicBezTo>
                <a:lnTo>
                  <a:pt x="49568" y="96724"/>
                </a:lnTo>
                <a:cubicBezTo>
                  <a:pt x="51416" y="94875"/>
                  <a:pt x="51952" y="92115"/>
                  <a:pt x="50961" y="89704"/>
                </a:cubicBezTo>
                <a:cubicBezTo>
                  <a:pt x="49969" y="87292"/>
                  <a:pt x="47612" y="85738"/>
                  <a:pt x="45013" y="85738"/>
                </a:cubicBezTo>
                <a:lnTo>
                  <a:pt x="6430" y="85738"/>
                </a:lnTo>
                <a:cubicBezTo>
                  <a:pt x="2867" y="85738"/>
                  <a:pt x="0" y="88605"/>
                  <a:pt x="0" y="92169"/>
                </a:cubicBezTo>
                <a:lnTo>
                  <a:pt x="0" y="130751"/>
                </a:lnTo>
                <a:cubicBezTo>
                  <a:pt x="0" y="133350"/>
                  <a:pt x="1554" y="135708"/>
                  <a:pt x="3965" y="136699"/>
                </a:cubicBezTo>
                <a:cubicBezTo>
                  <a:pt x="6377" y="137691"/>
                  <a:pt x="9136" y="137128"/>
                  <a:pt x="10985" y="135306"/>
                </a:cubicBezTo>
                <a:lnTo>
                  <a:pt x="24864" y="121427"/>
                </a:lnTo>
                <a:cubicBezTo>
                  <a:pt x="36707" y="131260"/>
                  <a:pt x="51979" y="137181"/>
                  <a:pt x="68591" y="137181"/>
                </a:cubicBezTo>
                <a:cubicBezTo>
                  <a:pt x="103154" y="137181"/>
                  <a:pt x="131742" y="111621"/>
                  <a:pt x="136485" y="7837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589083" y="3017992"/>
            <a:ext cx="5055129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Guess → Check → Adjust → Repeat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165528" y="6214962"/>
            <a:ext cx="5684456" cy="1063156"/>
          </a:xfrm>
          <a:custGeom>
            <a:avLst/>
            <a:gdLst/>
            <a:ahLst/>
            <a:cxnLst/>
            <a:rect l="l" t="t" r="r" b="b"/>
            <a:pathLst>
              <a:path w="5684456" h="1063156">
                <a:moveTo>
                  <a:pt x="137179" y="0"/>
                </a:moveTo>
                <a:lnTo>
                  <a:pt x="5547277" y="0"/>
                </a:lnTo>
                <a:cubicBezTo>
                  <a:pt x="5623039" y="0"/>
                  <a:pt x="5684456" y="61417"/>
                  <a:pt x="5684456" y="137179"/>
                </a:cubicBezTo>
                <a:lnTo>
                  <a:pt x="5684456" y="925977"/>
                </a:lnTo>
                <a:cubicBezTo>
                  <a:pt x="5684456" y="1001739"/>
                  <a:pt x="5623039" y="1063156"/>
                  <a:pt x="5547277" y="1063156"/>
                </a:cubicBezTo>
                <a:lnTo>
                  <a:pt x="137179" y="1063156"/>
                </a:lnTo>
                <a:cubicBezTo>
                  <a:pt x="61468" y="1063156"/>
                  <a:pt x="0" y="1001688"/>
                  <a:pt x="0" y="925977"/>
                </a:cubicBezTo>
                <a:lnTo>
                  <a:pt x="0" y="137179"/>
                </a:lnTo>
                <a:cubicBezTo>
                  <a:pt x="0" y="61468"/>
                  <a:pt x="61468" y="0"/>
                  <a:pt x="137179" y="0"/>
                </a:cubicBezTo>
                <a:close/>
              </a:path>
            </a:pathLst>
          </a:custGeom>
          <a:solidFill>
            <a:srgbClr val="2C3E50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313427" y="6386439"/>
            <a:ext cx="192911" cy="171477"/>
          </a:xfrm>
          <a:custGeom>
            <a:avLst/>
            <a:gdLst/>
            <a:ahLst/>
            <a:cxnLst/>
            <a:rect l="l" t="t" r="r" b="b"/>
            <a:pathLst>
              <a:path w="192911" h="171477">
                <a:moveTo>
                  <a:pt x="16076" y="65576"/>
                </a:moveTo>
                <a:lnTo>
                  <a:pt x="86140" y="94413"/>
                </a:lnTo>
                <a:cubicBezTo>
                  <a:pt x="89422" y="95752"/>
                  <a:pt x="92906" y="96456"/>
                  <a:pt x="96456" y="96456"/>
                </a:cubicBezTo>
                <a:cubicBezTo>
                  <a:pt x="100006" y="96456"/>
                  <a:pt x="103489" y="95752"/>
                  <a:pt x="106771" y="94413"/>
                </a:cubicBezTo>
                <a:lnTo>
                  <a:pt x="187955" y="60988"/>
                </a:lnTo>
                <a:cubicBezTo>
                  <a:pt x="190969" y="59749"/>
                  <a:pt x="192911" y="56835"/>
                  <a:pt x="192911" y="53586"/>
                </a:cubicBezTo>
                <a:cubicBezTo>
                  <a:pt x="192911" y="50338"/>
                  <a:pt x="190969" y="47424"/>
                  <a:pt x="187955" y="46185"/>
                </a:cubicBezTo>
                <a:lnTo>
                  <a:pt x="106771" y="12760"/>
                </a:lnTo>
                <a:cubicBezTo>
                  <a:pt x="103489" y="11421"/>
                  <a:pt x="100006" y="10717"/>
                  <a:pt x="96456" y="10717"/>
                </a:cubicBezTo>
                <a:cubicBezTo>
                  <a:pt x="92906" y="10717"/>
                  <a:pt x="89422" y="11421"/>
                  <a:pt x="86140" y="12760"/>
                </a:cubicBezTo>
                <a:lnTo>
                  <a:pt x="4957" y="46185"/>
                </a:lnTo>
                <a:cubicBezTo>
                  <a:pt x="1943" y="47424"/>
                  <a:pt x="0" y="50338"/>
                  <a:pt x="0" y="53586"/>
                </a:cubicBezTo>
                <a:lnTo>
                  <a:pt x="0" y="152722"/>
                </a:lnTo>
                <a:cubicBezTo>
                  <a:pt x="0" y="157176"/>
                  <a:pt x="3584" y="160759"/>
                  <a:pt x="8038" y="160759"/>
                </a:cubicBezTo>
                <a:cubicBezTo>
                  <a:pt x="12492" y="160759"/>
                  <a:pt x="16076" y="157176"/>
                  <a:pt x="16076" y="152722"/>
                </a:cubicBezTo>
                <a:lnTo>
                  <a:pt x="16076" y="65576"/>
                </a:lnTo>
                <a:close/>
                <a:moveTo>
                  <a:pt x="32152" y="89590"/>
                </a:moveTo>
                <a:lnTo>
                  <a:pt x="32152" y="128608"/>
                </a:lnTo>
                <a:cubicBezTo>
                  <a:pt x="32152" y="146358"/>
                  <a:pt x="60955" y="160759"/>
                  <a:pt x="96456" y="160759"/>
                </a:cubicBezTo>
                <a:cubicBezTo>
                  <a:pt x="131957" y="160759"/>
                  <a:pt x="160759" y="146358"/>
                  <a:pt x="160759" y="128608"/>
                </a:cubicBezTo>
                <a:lnTo>
                  <a:pt x="160759" y="89556"/>
                </a:lnTo>
                <a:lnTo>
                  <a:pt x="112900" y="109283"/>
                </a:lnTo>
                <a:cubicBezTo>
                  <a:pt x="107675" y="111426"/>
                  <a:pt x="102116" y="112532"/>
                  <a:pt x="96456" y="112532"/>
                </a:cubicBezTo>
                <a:cubicBezTo>
                  <a:pt x="90796" y="112532"/>
                  <a:pt x="85236" y="111426"/>
                  <a:pt x="80011" y="109283"/>
                </a:cubicBezTo>
                <a:lnTo>
                  <a:pt x="32152" y="89556"/>
                </a:ln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517056" y="6352143"/>
            <a:ext cx="5281485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Technical Term: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302710" y="6695097"/>
            <a:ext cx="5478684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process is called </a:t>
            </a:r>
            <a:r>
              <a:rPr lang="en-US" sz="1080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"backpropagation"</a:t>
            </a: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the AI works </a:t>
            </a:r>
            <a:r>
              <a:rPr lang="en-US" sz="10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backwards</a:t>
            </a:r>
            <a:r>
              <a:rPr lang="en-US" sz="108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figure out which weights caused the mistake.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028" y="337028"/>
            <a:ext cx="539245" cy="539245"/>
          </a:xfrm>
          <a:custGeom>
            <a:avLst/>
            <a:gdLst/>
            <a:ahLst/>
            <a:cxnLst/>
            <a:rect l="l" t="t" r="r" b="b"/>
            <a:pathLst>
              <a:path w="539245" h="539245">
                <a:moveTo>
                  <a:pt x="269623" y="0"/>
                </a:moveTo>
                <a:lnTo>
                  <a:pt x="269623" y="0"/>
                </a:lnTo>
                <a:cubicBezTo>
                  <a:pt x="418431" y="0"/>
                  <a:pt x="539245" y="120814"/>
                  <a:pt x="539245" y="269623"/>
                </a:cubicBezTo>
                <a:lnTo>
                  <a:pt x="539245" y="269623"/>
                </a:lnTo>
                <a:cubicBezTo>
                  <a:pt x="539245" y="418431"/>
                  <a:pt x="418431" y="539245"/>
                  <a:pt x="269623" y="539245"/>
                </a:cubicBezTo>
                <a:lnTo>
                  <a:pt x="269623" y="539245"/>
                </a:lnTo>
                <a:cubicBezTo>
                  <a:pt x="120814" y="539245"/>
                  <a:pt x="0" y="418431"/>
                  <a:pt x="0" y="269623"/>
                </a:cubicBezTo>
                <a:lnTo>
                  <a:pt x="0" y="269623"/>
                </a:lnTo>
                <a:cubicBezTo>
                  <a:pt x="0" y="120814"/>
                  <a:pt x="120814" y="0"/>
                  <a:pt x="269623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blurRad="126386" dist="8425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0775" y="480265"/>
            <a:ext cx="315964" cy="252771"/>
          </a:xfrm>
          <a:custGeom>
            <a:avLst/>
            <a:gdLst/>
            <a:ahLst/>
            <a:cxnLst/>
            <a:rect l="l" t="t" r="r" b="b"/>
            <a:pathLst>
              <a:path w="315964" h="252771">
                <a:moveTo>
                  <a:pt x="157982" y="7899"/>
                </a:moveTo>
                <a:cubicBezTo>
                  <a:pt x="186320" y="7899"/>
                  <a:pt x="209326" y="30906"/>
                  <a:pt x="209326" y="59243"/>
                </a:cubicBezTo>
                <a:cubicBezTo>
                  <a:pt x="209326" y="87581"/>
                  <a:pt x="186320" y="110587"/>
                  <a:pt x="157982" y="110587"/>
                </a:cubicBezTo>
                <a:cubicBezTo>
                  <a:pt x="129644" y="110587"/>
                  <a:pt x="106638" y="87581"/>
                  <a:pt x="106638" y="59243"/>
                </a:cubicBezTo>
                <a:cubicBezTo>
                  <a:pt x="106638" y="30906"/>
                  <a:pt x="129644" y="7899"/>
                  <a:pt x="157982" y="7899"/>
                </a:cubicBezTo>
                <a:close/>
                <a:moveTo>
                  <a:pt x="47395" y="43445"/>
                </a:moveTo>
                <a:cubicBezTo>
                  <a:pt x="67013" y="43445"/>
                  <a:pt x="82941" y="59373"/>
                  <a:pt x="82941" y="78991"/>
                </a:cubicBezTo>
                <a:cubicBezTo>
                  <a:pt x="82941" y="98609"/>
                  <a:pt x="67013" y="114537"/>
                  <a:pt x="47395" y="114537"/>
                </a:cubicBezTo>
                <a:cubicBezTo>
                  <a:pt x="27776" y="114537"/>
                  <a:pt x="11849" y="98609"/>
                  <a:pt x="11849" y="78991"/>
                </a:cubicBezTo>
                <a:cubicBezTo>
                  <a:pt x="11849" y="59373"/>
                  <a:pt x="27776" y="43445"/>
                  <a:pt x="47395" y="43445"/>
                </a:cubicBezTo>
                <a:close/>
                <a:moveTo>
                  <a:pt x="0" y="205377"/>
                </a:moveTo>
                <a:cubicBezTo>
                  <a:pt x="0" y="170472"/>
                  <a:pt x="28289" y="142184"/>
                  <a:pt x="63193" y="142184"/>
                </a:cubicBezTo>
                <a:cubicBezTo>
                  <a:pt x="69512" y="142184"/>
                  <a:pt x="75634" y="143122"/>
                  <a:pt x="81410" y="144850"/>
                </a:cubicBezTo>
                <a:cubicBezTo>
                  <a:pt x="65168" y="163018"/>
                  <a:pt x="55294" y="187011"/>
                  <a:pt x="55294" y="213276"/>
                </a:cubicBezTo>
                <a:lnTo>
                  <a:pt x="55294" y="221175"/>
                </a:lnTo>
                <a:cubicBezTo>
                  <a:pt x="55294" y="226803"/>
                  <a:pt x="56479" y="232135"/>
                  <a:pt x="58601" y="236973"/>
                </a:cubicBezTo>
                <a:lnTo>
                  <a:pt x="15798" y="236973"/>
                </a:lnTo>
                <a:cubicBezTo>
                  <a:pt x="7060" y="236973"/>
                  <a:pt x="0" y="229913"/>
                  <a:pt x="0" y="221175"/>
                </a:cubicBezTo>
                <a:lnTo>
                  <a:pt x="0" y="205377"/>
                </a:lnTo>
                <a:close/>
                <a:moveTo>
                  <a:pt x="257363" y="236973"/>
                </a:moveTo>
                <a:cubicBezTo>
                  <a:pt x="259485" y="232135"/>
                  <a:pt x="260670" y="226803"/>
                  <a:pt x="260670" y="221175"/>
                </a:cubicBezTo>
                <a:lnTo>
                  <a:pt x="260670" y="213276"/>
                </a:lnTo>
                <a:cubicBezTo>
                  <a:pt x="260670" y="187011"/>
                  <a:pt x="250796" y="163018"/>
                  <a:pt x="234554" y="144850"/>
                </a:cubicBezTo>
                <a:cubicBezTo>
                  <a:pt x="240330" y="143122"/>
                  <a:pt x="246452" y="142184"/>
                  <a:pt x="252771" y="142184"/>
                </a:cubicBezTo>
                <a:cubicBezTo>
                  <a:pt x="287675" y="142184"/>
                  <a:pt x="315964" y="170472"/>
                  <a:pt x="315964" y="205377"/>
                </a:cubicBezTo>
                <a:lnTo>
                  <a:pt x="315964" y="221175"/>
                </a:lnTo>
                <a:cubicBezTo>
                  <a:pt x="315964" y="229913"/>
                  <a:pt x="308904" y="236973"/>
                  <a:pt x="300166" y="236973"/>
                </a:cubicBezTo>
                <a:lnTo>
                  <a:pt x="257363" y="236973"/>
                </a:lnTo>
                <a:close/>
                <a:moveTo>
                  <a:pt x="233023" y="78991"/>
                </a:moveTo>
                <a:cubicBezTo>
                  <a:pt x="233023" y="59373"/>
                  <a:pt x="248951" y="43445"/>
                  <a:pt x="268569" y="43445"/>
                </a:cubicBezTo>
                <a:cubicBezTo>
                  <a:pt x="288188" y="43445"/>
                  <a:pt x="304115" y="59373"/>
                  <a:pt x="304115" y="78991"/>
                </a:cubicBezTo>
                <a:cubicBezTo>
                  <a:pt x="304115" y="98609"/>
                  <a:pt x="288188" y="114537"/>
                  <a:pt x="268569" y="114537"/>
                </a:cubicBezTo>
                <a:cubicBezTo>
                  <a:pt x="248951" y="114537"/>
                  <a:pt x="233023" y="98609"/>
                  <a:pt x="233023" y="78991"/>
                </a:cubicBezTo>
                <a:close/>
                <a:moveTo>
                  <a:pt x="78991" y="213276"/>
                </a:moveTo>
                <a:cubicBezTo>
                  <a:pt x="78991" y="169633"/>
                  <a:pt x="114339" y="134285"/>
                  <a:pt x="157982" y="134285"/>
                </a:cubicBezTo>
                <a:cubicBezTo>
                  <a:pt x="201625" y="134285"/>
                  <a:pt x="236973" y="169633"/>
                  <a:pt x="236973" y="213276"/>
                </a:cubicBezTo>
                <a:lnTo>
                  <a:pt x="236973" y="221175"/>
                </a:lnTo>
                <a:cubicBezTo>
                  <a:pt x="236973" y="229913"/>
                  <a:pt x="229913" y="236973"/>
                  <a:pt x="221175" y="236973"/>
                </a:cubicBezTo>
                <a:lnTo>
                  <a:pt x="94789" y="236973"/>
                </a:lnTo>
                <a:cubicBezTo>
                  <a:pt x="86051" y="236973"/>
                  <a:pt x="78991" y="229913"/>
                  <a:pt x="78991" y="221175"/>
                </a:cubicBezTo>
                <a:lnTo>
                  <a:pt x="78991" y="21327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1085" y="404434"/>
            <a:ext cx="8712182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5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Why All Three Matter - The Team 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028" y="1011085"/>
            <a:ext cx="11517943" cy="505543"/>
          </a:xfrm>
          <a:custGeom>
            <a:avLst/>
            <a:gdLst/>
            <a:ahLst/>
            <a:cxnLst/>
            <a:rect l="l" t="t" r="r" b="b"/>
            <a:pathLst>
              <a:path w="11517943" h="505543">
                <a:moveTo>
                  <a:pt x="134813" y="0"/>
                </a:moveTo>
                <a:lnTo>
                  <a:pt x="11383130" y="0"/>
                </a:lnTo>
                <a:cubicBezTo>
                  <a:pt x="11457585" y="0"/>
                  <a:pt x="11517943" y="60358"/>
                  <a:pt x="11517943" y="134813"/>
                </a:cubicBezTo>
                <a:lnTo>
                  <a:pt x="11517943" y="370729"/>
                </a:lnTo>
                <a:cubicBezTo>
                  <a:pt x="11517943" y="445185"/>
                  <a:pt x="11457585" y="505543"/>
                  <a:pt x="11383130" y="505543"/>
                </a:cubicBezTo>
                <a:lnTo>
                  <a:pt x="134813" y="505543"/>
                </a:lnTo>
                <a:cubicBezTo>
                  <a:pt x="60408" y="505543"/>
                  <a:pt x="0" y="445135"/>
                  <a:pt x="0" y="370729"/>
                </a:cubicBezTo>
                <a:lnTo>
                  <a:pt x="0" y="134813"/>
                </a:lnTo>
                <a:cubicBezTo>
                  <a:pt x="0" y="60408"/>
                  <a:pt x="60408" y="0"/>
                  <a:pt x="13481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100000">
                <a:srgbClr val="FFD93D"/>
              </a:gs>
            </a:gsLst>
            <a:lin ang="0" scaled="1"/>
          </a:gradFill>
          <a:ln/>
          <a:effectLst>
            <a:outerShdw blurRad="210643" dist="16851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11" y="1145896"/>
            <a:ext cx="11332578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it like a basketball team: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7028" y="1668290"/>
            <a:ext cx="3749440" cy="3690460"/>
          </a:xfrm>
          <a:custGeom>
            <a:avLst/>
            <a:gdLst/>
            <a:ahLst/>
            <a:cxnLst/>
            <a:rect l="l" t="t" r="r" b="b"/>
            <a:pathLst>
              <a:path w="3749440" h="3690460">
                <a:moveTo>
                  <a:pt x="33703" y="0"/>
                </a:moveTo>
                <a:lnTo>
                  <a:pt x="3715737" y="0"/>
                </a:lnTo>
                <a:cubicBezTo>
                  <a:pt x="3734351" y="0"/>
                  <a:pt x="3749440" y="15089"/>
                  <a:pt x="3749440" y="33703"/>
                </a:cubicBezTo>
                <a:lnTo>
                  <a:pt x="3749440" y="3555648"/>
                </a:lnTo>
                <a:cubicBezTo>
                  <a:pt x="3749440" y="3630103"/>
                  <a:pt x="3689083" y="3690460"/>
                  <a:pt x="3614628" y="3690460"/>
                </a:cubicBezTo>
                <a:lnTo>
                  <a:pt x="134813" y="3690460"/>
                </a:lnTo>
                <a:cubicBezTo>
                  <a:pt x="60358" y="3690460"/>
                  <a:pt x="0" y="3630103"/>
                  <a:pt x="0" y="355564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6386" dist="8425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7028" y="1668290"/>
            <a:ext cx="3749440" cy="33703"/>
          </a:xfrm>
          <a:custGeom>
            <a:avLst/>
            <a:gdLst/>
            <a:ahLst/>
            <a:cxnLst/>
            <a:rect l="l" t="t" r="r" b="b"/>
            <a:pathLst>
              <a:path w="3749440" h="33703">
                <a:moveTo>
                  <a:pt x="33703" y="0"/>
                </a:moveTo>
                <a:lnTo>
                  <a:pt x="3715737" y="0"/>
                </a:lnTo>
                <a:cubicBezTo>
                  <a:pt x="3734351" y="0"/>
                  <a:pt x="3749440" y="15089"/>
                  <a:pt x="3749440" y="33703"/>
                </a:cubicBezTo>
                <a:lnTo>
                  <a:pt x="3749440" y="33703"/>
                </a:lnTo>
                <a:lnTo>
                  <a:pt x="0" y="33703"/>
                </a:ln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42257" y="1819953"/>
            <a:ext cx="539245" cy="539245"/>
          </a:xfrm>
          <a:custGeom>
            <a:avLst/>
            <a:gdLst/>
            <a:ahLst/>
            <a:cxnLst/>
            <a:rect l="l" t="t" r="r" b="b"/>
            <a:pathLst>
              <a:path w="539245" h="539245">
                <a:moveTo>
                  <a:pt x="269623" y="0"/>
                </a:moveTo>
                <a:lnTo>
                  <a:pt x="269623" y="0"/>
                </a:lnTo>
                <a:cubicBezTo>
                  <a:pt x="418431" y="0"/>
                  <a:pt x="539245" y="120814"/>
                  <a:pt x="539245" y="269623"/>
                </a:cubicBezTo>
                <a:lnTo>
                  <a:pt x="539245" y="269623"/>
                </a:lnTo>
                <a:cubicBezTo>
                  <a:pt x="539245" y="418431"/>
                  <a:pt x="418431" y="539245"/>
                  <a:pt x="269623" y="539245"/>
                </a:cubicBezTo>
                <a:lnTo>
                  <a:pt x="269623" y="539245"/>
                </a:lnTo>
                <a:cubicBezTo>
                  <a:pt x="120814" y="539245"/>
                  <a:pt x="0" y="418431"/>
                  <a:pt x="0" y="269623"/>
                </a:cubicBezTo>
                <a:lnTo>
                  <a:pt x="0" y="269623"/>
                </a:lnTo>
                <a:cubicBezTo>
                  <a:pt x="0" y="120814"/>
                  <a:pt x="120814" y="0"/>
                  <a:pt x="269623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blurRad="126386" dist="8425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87601" y="1963190"/>
            <a:ext cx="252771" cy="252771"/>
          </a:xfrm>
          <a:custGeom>
            <a:avLst/>
            <a:gdLst/>
            <a:ahLst/>
            <a:cxnLst/>
            <a:rect l="l" t="t" r="r" b="b"/>
            <a:pathLst>
              <a:path w="252771" h="252771">
                <a:moveTo>
                  <a:pt x="45765" y="29029"/>
                </a:moveTo>
                <a:lnTo>
                  <a:pt x="84471" y="67735"/>
                </a:lnTo>
                <a:cubicBezTo>
                  <a:pt x="93456" y="55392"/>
                  <a:pt x="98739" y="40137"/>
                  <a:pt x="98739" y="23697"/>
                </a:cubicBezTo>
                <a:cubicBezTo>
                  <a:pt x="98739" y="16736"/>
                  <a:pt x="97801" y="10022"/>
                  <a:pt x="96023" y="3653"/>
                </a:cubicBezTo>
                <a:cubicBezTo>
                  <a:pt x="77263" y="8294"/>
                  <a:pt x="60181" y="17082"/>
                  <a:pt x="45765" y="29029"/>
                </a:cubicBezTo>
                <a:close/>
                <a:moveTo>
                  <a:pt x="29029" y="45765"/>
                </a:moveTo>
                <a:cubicBezTo>
                  <a:pt x="17082" y="60181"/>
                  <a:pt x="8294" y="77263"/>
                  <a:pt x="3653" y="96023"/>
                </a:cubicBezTo>
                <a:cubicBezTo>
                  <a:pt x="10022" y="97801"/>
                  <a:pt x="16736" y="98739"/>
                  <a:pt x="23697" y="98739"/>
                </a:cubicBezTo>
                <a:cubicBezTo>
                  <a:pt x="40137" y="98739"/>
                  <a:pt x="55343" y="93456"/>
                  <a:pt x="67735" y="84471"/>
                </a:cubicBezTo>
                <a:lnTo>
                  <a:pt x="29029" y="45765"/>
                </a:lnTo>
                <a:close/>
                <a:moveTo>
                  <a:pt x="126386" y="0"/>
                </a:moveTo>
                <a:cubicBezTo>
                  <a:pt x="124115" y="0"/>
                  <a:pt x="121844" y="49"/>
                  <a:pt x="119622" y="197"/>
                </a:cubicBezTo>
                <a:cubicBezTo>
                  <a:pt x="121449" y="7751"/>
                  <a:pt x="122436" y="15601"/>
                  <a:pt x="122436" y="23697"/>
                </a:cubicBezTo>
                <a:cubicBezTo>
                  <a:pt x="122436" y="46703"/>
                  <a:pt x="114586" y="67834"/>
                  <a:pt x="101405" y="84619"/>
                </a:cubicBezTo>
                <a:lnTo>
                  <a:pt x="126386" y="109649"/>
                </a:lnTo>
                <a:lnTo>
                  <a:pt x="207006" y="29029"/>
                </a:lnTo>
                <a:cubicBezTo>
                  <a:pt x="185086" y="10911"/>
                  <a:pt x="157044" y="0"/>
                  <a:pt x="126386" y="0"/>
                </a:cubicBezTo>
                <a:close/>
                <a:moveTo>
                  <a:pt x="23697" y="122436"/>
                </a:moveTo>
                <a:cubicBezTo>
                  <a:pt x="15601" y="122436"/>
                  <a:pt x="7702" y="121449"/>
                  <a:pt x="197" y="119622"/>
                </a:cubicBezTo>
                <a:cubicBezTo>
                  <a:pt x="99" y="121844"/>
                  <a:pt x="0" y="124115"/>
                  <a:pt x="0" y="126386"/>
                </a:cubicBezTo>
                <a:cubicBezTo>
                  <a:pt x="0" y="157044"/>
                  <a:pt x="10911" y="185086"/>
                  <a:pt x="29029" y="207006"/>
                </a:cubicBezTo>
                <a:lnTo>
                  <a:pt x="109649" y="126386"/>
                </a:lnTo>
                <a:lnTo>
                  <a:pt x="84619" y="101405"/>
                </a:lnTo>
                <a:cubicBezTo>
                  <a:pt x="67834" y="114586"/>
                  <a:pt x="46703" y="122436"/>
                  <a:pt x="23697" y="122436"/>
                </a:cubicBezTo>
                <a:close/>
                <a:moveTo>
                  <a:pt x="252574" y="133149"/>
                </a:moveTo>
                <a:cubicBezTo>
                  <a:pt x="252673" y="130928"/>
                  <a:pt x="252771" y="128657"/>
                  <a:pt x="252771" y="126386"/>
                </a:cubicBezTo>
                <a:cubicBezTo>
                  <a:pt x="252771" y="95727"/>
                  <a:pt x="241861" y="67685"/>
                  <a:pt x="223742" y="45765"/>
                </a:cubicBezTo>
                <a:lnTo>
                  <a:pt x="143122" y="126386"/>
                </a:lnTo>
                <a:lnTo>
                  <a:pt x="168152" y="151367"/>
                </a:lnTo>
                <a:cubicBezTo>
                  <a:pt x="184938" y="138185"/>
                  <a:pt x="206117" y="130335"/>
                  <a:pt x="229074" y="130335"/>
                </a:cubicBezTo>
                <a:cubicBezTo>
                  <a:pt x="237171" y="130335"/>
                  <a:pt x="245070" y="131323"/>
                  <a:pt x="252574" y="133149"/>
                </a:cubicBezTo>
                <a:close/>
                <a:moveTo>
                  <a:pt x="249069" y="156748"/>
                </a:moveTo>
                <a:cubicBezTo>
                  <a:pt x="242700" y="154970"/>
                  <a:pt x="235986" y="154032"/>
                  <a:pt x="229025" y="154032"/>
                </a:cubicBezTo>
                <a:cubicBezTo>
                  <a:pt x="212585" y="154032"/>
                  <a:pt x="197379" y="159315"/>
                  <a:pt x="184987" y="168300"/>
                </a:cubicBezTo>
                <a:lnTo>
                  <a:pt x="223693" y="207006"/>
                </a:lnTo>
                <a:cubicBezTo>
                  <a:pt x="235640" y="192590"/>
                  <a:pt x="244428" y="175508"/>
                  <a:pt x="249069" y="156748"/>
                </a:cubicBezTo>
                <a:close/>
                <a:moveTo>
                  <a:pt x="168300" y="185036"/>
                </a:moveTo>
                <a:cubicBezTo>
                  <a:pt x="159315" y="197379"/>
                  <a:pt x="154032" y="212634"/>
                  <a:pt x="154032" y="229074"/>
                </a:cubicBezTo>
                <a:cubicBezTo>
                  <a:pt x="154032" y="236035"/>
                  <a:pt x="154970" y="242749"/>
                  <a:pt x="156748" y="249118"/>
                </a:cubicBezTo>
                <a:cubicBezTo>
                  <a:pt x="175508" y="244477"/>
                  <a:pt x="192590" y="235689"/>
                  <a:pt x="207006" y="223742"/>
                </a:cubicBezTo>
                <a:lnTo>
                  <a:pt x="168300" y="185036"/>
                </a:lnTo>
                <a:close/>
                <a:moveTo>
                  <a:pt x="151367" y="168103"/>
                </a:moveTo>
                <a:lnTo>
                  <a:pt x="126386" y="143122"/>
                </a:lnTo>
                <a:lnTo>
                  <a:pt x="45765" y="223742"/>
                </a:lnTo>
                <a:cubicBezTo>
                  <a:pt x="67636" y="241861"/>
                  <a:pt x="95727" y="252771"/>
                  <a:pt x="126386" y="252771"/>
                </a:cubicBezTo>
                <a:cubicBezTo>
                  <a:pt x="128657" y="252771"/>
                  <a:pt x="130928" y="252722"/>
                  <a:pt x="133149" y="252574"/>
                </a:cubicBezTo>
                <a:cubicBezTo>
                  <a:pt x="131323" y="245020"/>
                  <a:pt x="130335" y="237171"/>
                  <a:pt x="130335" y="229074"/>
                </a:cubicBezTo>
                <a:cubicBezTo>
                  <a:pt x="130335" y="206068"/>
                  <a:pt x="138185" y="184938"/>
                  <a:pt x="151367" y="16815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1285" y="2460307"/>
            <a:ext cx="3580926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2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WEIGHTS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3924" y="2831038"/>
            <a:ext cx="355564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4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The Players' Skills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1840" y="3252323"/>
            <a:ext cx="3479818" cy="606651"/>
          </a:xfrm>
          <a:custGeom>
            <a:avLst/>
            <a:gdLst/>
            <a:ahLst/>
            <a:cxnLst/>
            <a:rect l="l" t="t" r="r" b="b"/>
            <a:pathLst>
              <a:path w="3479818" h="606651">
                <a:moveTo>
                  <a:pt x="101111" y="0"/>
                </a:moveTo>
                <a:lnTo>
                  <a:pt x="3378707" y="0"/>
                </a:lnTo>
                <a:cubicBezTo>
                  <a:pt x="3434549" y="0"/>
                  <a:pt x="3479818" y="45269"/>
                  <a:pt x="3479818" y="101111"/>
                </a:cubicBezTo>
                <a:lnTo>
                  <a:pt x="3479818" y="505540"/>
                </a:lnTo>
                <a:cubicBezTo>
                  <a:pt x="3479818" y="561382"/>
                  <a:pt x="3434549" y="606651"/>
                  <a:pt x="3378707" y="606651"/>
                </a:cubicBezTo>
                <a:lnTo>
                  <a:pt x="101111" y="606651"/>
                </a:lnTo>
                <a:cubicBezTo>
                  <a:pt x="45269" y="606651"/>
                  <a:pt x="0" y="561382"/>
                  <a:pt x="0" y="505540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2948" y="3353432"/>
            <a:ext cx="3345006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Some players are better at </a:t>
            </a:r>
            <a:r>
              <a:rPr lang="en-US" sz="106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shooting</a:t>
            </a: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(high weight for scoring)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1840" y="4094894"/>
            <a:ext cx="3479818" cy="404434"/>
          </a:xfrm>
          <a:custGeom>
            <a:avLst/>
            <a:gdLst/>
            <a:ahLst/>
            <a:cxnLst/>
            <a:rect l="l" t="t" r="r" b="b"/>
            <a:pathLst>
              <a:path w="3479818" h="404434">
                <a:moveTo>
                  <a:pt x="101109" y="0"/>
                </a:moveTo>
                <a:lnTo>
                  <a:pt x="3378709" y="0"/>
                </a:lnTo>
                <a:cubicBezTo>
                  <a:pt x="3434550" y="0"/>
                  <a:pt x="3479818" y="45268"/>
                  <a:pt x="3479818" y="101109"/>
                </a:cubicBezTo>
                <a:lnTo>
                  <a:pt x="3479818" y="303326"/>
                </a:lnTo>
                <a:cubicBezTo>
                  <a:pt x="3479818" y="359166"/>
                  <a:pt x="3434550" y="404434"/>
                  <a:pt x="3378709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2948" y="4196003"/>
            <a:ext cx="3345006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Some are better at </a:t>
            </a:r>
            <a:r>
              <a:rPr lang="en-US" sz="106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defense</a:t>
            </a: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(high weight for blocking)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1840" y="4735248"/>
            <a:ext cx="3479818" cy="404434"/>
          </a:xfrm>
          <a:custGeom>
            <a:avLst/>
            <a:gdLst/>
            <a:ahLst/>
            <a:cxnLst/>
            <a:rect l="l" t="t" r="r" b="b"/>
            <a:pathLst>
              <a:path w="3479818" h="404434">
                <a:moveTo>
                  <a:pt x="101109" y="0"/>
                </a:moveTo>
                <a:lnTo>
                  <a:pt x="3378709" y="0"/>
                </a:lnTo>
                <a:cubicBezTo>
                  <a:pt x="3434550" y="0"/>
                  <a:pt x="3479818" y="45268"/>
                  <a:pt x="3479818" y="101109"/>
                </a:cubicBezTo>
                <a:lnTo>
                  <a:pt x="3479818" y="303326"/>
                </a:lnTo>
                <a:cubicBezTo>
                  <a:pt x="3479818" y="359166"/>
                  <a:pt x="3434550" y="404434"/>
                  <a:pt x="3378709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2948" y="4836357"/>
            <a:ext cx="3345006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Each player has </a:t>
            </a:r>
            <a:r>
              <a:rPr lang="en-US" sz="106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strengths</a:t>
            </a: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(different weights)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21543" y="1668290"/>
            <a:ext cx="3749440" cy="3690460"/>
          </a:xfrm>
          <a:custGeom>
            <a:avLst/>
            <a:gdLst/>
            <a:ahLst/>
            <a:cxnLst/>
            <a:rect l="l" t="t" r="r" b="b"/>
            <a:pathLst>
              <a:path w="3749440" h="3690460">
                <a:moveTo>
                  <a:pt x="33703" y="0"/>
                </a:moveTo>
                <a:lnTo>
                  <a:pt x="3715737" y="0"/>
                </a:lnTo>
                <a:cubicBezTo>
                  <a:pt x="3734351" y="0"/>
                  <a:pt x="3749440" y="15089"/>
                  <a:pt x="3749440" y="33703"/>
                </a:cubicBezTo>
                <a:lnTo>
                  <a:pt x="3749440" y="3555648"/>
                </a:lnTo>
                <a:cubicBezTo>
                  <a:pt x="3749440" y="3630103"/>
                  <a:pt x="3689083" y="3690460"/>
                  <a:pt x="3614628" y="3690460"/>
                </a:cubicBezTo>
                <a:lnTo>
                  <a:pt x="134813" y="3690460"/>
                </a:lnTo>
                <a:cubicBezTo>
                  <a:pt x="60358" y="3690460"/>
                  <a:pt x="0" y="3630103"/>
                  <a:pt x="0" y="355564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6386" dist="8425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21543" y="1668290"/>
            <a:ext cx="3749440" cy="33703"/>
          </a:xfrm>
          <a:custGeom>
            <a:avLst/>
            <a:gdLst/>
            <a:ahLst/>
            <a:cxnLst/>
            <a:rect l="l" t="t" r="r" b="b"/>
            <a:pathLst>
              <a:path w="3749440" h="33703">
                <a:moveTo>
                  <a:pt x="33703" y="0"/>
                </a:moveTo>
                <a:lnTo>
                  <a:pt x="3715737" y="0"/>
                </a:lnTo>
                <a:cubicBezTo>
                  <a:pt x="3734351" y="0"/>
                  <a:pt x="3749440" y="15089"/>
                  <a:pt x="3749440" y="33703"/>
                </a:cubicBezTo>
                <a:lnTo>
                  <a:pt x="3749440" y="33703"/>
                </a:lnTo>
                <a:lnTo>
                  <a:pt x="0" y="33703"/>
                </a:ln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26772" y="1819953"/>
            <a:ext cx="539245" cy="539245"/>
          </a:xfrm>
          <a:custGeom>
            <a:avLst/>
            <a:gdLst/>
            <a:ahLst/>
            <a:cxnLst/>
            <a:rect l="l" t="t" r="r" b="b"/>
            <a:pathLst>
              <a:path w="539245" h="539245">
                <a:moveTo>
                  <a:pt x="269623" y="0"/>
                </a:moveTo>
                <a:lnTo>
                  <a:pt x="269623" y="0"/>
                </a:lnTo>
                <a:cubicBezTo>
                  <a:pt x="418431" y="0"/>
                  <a:pt x="539245" y="120814"/>
                  <a:pt x="539245" y="269623"/>
                </a:cubicBezTo>
                <a:lnTo>
                  <a:pt x="539245" y="269623"/>
                </a:lnTo>
                <a:cubicBezTo>
                  <a:pt x="539245" y="418431"/>
                  <a:pt x="418431" y="539245"/>
                  <a:pt x="269623" y="539245"/>
                </a:cubicBezTo>
                <a:lnTo>
                  <a:pt x="269623" y="539245"/>
                </a:lnTo>
                <a:cubicBezTo>
                  <a:pt x="120814" y="539245"/>
                  <a:pt x="0" y="418431"/>
                  <a:pt x="0" y="269623"/>
                </a:cubicBezTo>
                <a:lnTo>
                  <a:pt x="0" y="269623"/>
                </a:lnTo>
                <a:cubicBezTo>
                  <a:pt x="0" y="120814"/>
                  <a:pt x="120814" y="0"/>
                  <a:pt x="269623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blurRad="126386" dist="8425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03712" y="1963190"/>
            <a:ext cx="189578" cy="252771"/>
          </a:xfrm>
          <a:custGeom>
            <a:avLst/>
            <a:gdLst/>
            <a:ahLst/>
            <a:cxnLst/>
            <a:rect l="l" t="t" r="r" b="b"/>
            <a:pathLst>
              <a:path w="189578" h="252771">
                <a:moveTo>
                  <a:pt x="94789" y="-15798"/>
                </a:moveTo>
                <a:cubicBezTo>
                  <a:pt x="147121" y="-15798"/>
                  <a:pt x="189578" y="26659"/>
                  <a:pt x="189578" y="78991"/>
                </a:cubicBezTo>
                <a:lnTo>
                  <a:pt x="189578" y="144899"/>
                </a:lnTo>
                <a:cubicBezTo>
                  <a:pt x="189578" y="153292"/>
                  <a:pt x="186221" y="161290"/>
                  <a:pt x="180346" y="167214"/>
                </a:cubicBezTo>
                <a:lnTo>
                  <a:pt x="157982" y="189578"/>
                </a:lnTo>
                <a:lnTo>
                  <a:pt x="183062" y="214609"/>
                </a:lnTo>
                <a:cubicBezTo>
                  <a:pt x="187258" y="218805"/>
                  <a:pt x="189578" y="224483"/>
                  <a:pt x="189578" y="230407"/>
                </a:cubicBezTo>
                <a:cubicBezTo>
                  <a:pt x="189578" y="242749"/>
                  <a:pt x="179556" y="252722"/>
                  <a:pt x="167263" y="252771"/>
                </a:cubicBezTo>
                <a:lnTo>
                  <a:pt x="22364" y="252771"/>
                </a:lnTo>
                <a:cubicBezTo>
                  <a:pt x="10022" y="252771"/>
                  <a:pt x="49" y="242749"/>
                  <a:pt x="49" y="230407"/>
                </a:cubicBezTo>
                <a:cubicBezTo>
                  <a:pt x="49" y="224483"/>
                  <a:pt x="2419" y="218805"/>
                  <a:pt x="6566" y="214609"/>
                </a:cubicBezTo>
                <a:lnTo>
                  <a:pt x="31596" y="189578"/>
                </a:lnTo>
                <a:lnTo>
                  <a:pt x="31596" y="172497"/>
                </a:lnTo>
                <a:cubicBezTo>
                  <a:pt x="31596" y="163265"/>
                  <a:pt x="35645" y="154526"/>
                  <a:pt x="42606" y="148503"/>
                </a:cubicBezTo>
                <a:lnTo>
                  <a:pt x="86890" y="110587"/>
                </a:lnTo>
                <a:lnTo>
                  <a:pt x="63193" y="110587"/>
                </a:lnTo>
                <a:lnTo>
                  <a:pt x="57219" y="116561"/>
                </a:lnTo>
                <a:cubicBezTo>
                  <a:pt x="50949" y="122831"/>
                  <a:pt x="42408" y="126386"/>
                  <a:pt x="33522" y="126386"/>
                </a:cubicBezTo>
                <a:cubicBezTo>
                  <a:pt x="15008" y="126386"/>
                  <a:pt x="0" y="111377"/>
                  <a:pt x="0" y="92864"/>
                </a:cubicBezTo>
                <a:lnTo>
                  <a:pt x="0" y="88569"/>
                </a:lnTo>
                <a:cubicBezTo>
                  <a:pt x="0" y="77312"/>
                  <a:pt x="4048" y="66402"/>
                  <a:pt x="11404" y="57812"/>
                </a:cubicBezTo>
                <a:lnTo>
                  <a:pt x="47395" y="15798"/>
                </a:lnTo>
                <a:lnTo>
                  <a:pt x="47395" y="0"/>
                </a:lnTo>
                <a:cubicBezTo>
                  <a:pt x="47395" y="-8738"/>
                  <a:pt x="54454" y="-15798"/>
                  <a:pt x="63193" y="-15798"/>
                </a:cubicBezTo>
                <a:lnTo>
                  <a:pt x="94789" y="-15798"/>
                </a:lnTo>
                <a:close/>
                <a:moveTo>
                  <a:pt x="78991" y="35546"/>
                </a:moveTo>
                <a:cubicBezTo>
                  <a:pt x="72452" y="35546"/>
                  <a:pt x="67142" y="40855"/>
                  <a:pt x="67142" y="47395"/>
                </a:cubicBezTo>
                <a:cubicBezTo>
                  <a:pt x="67142" y="53934"/>
                  <a:pt x="72452" y="59243"/>
                  <a:pt x="78991" y="59243"/>
                </a:cubicBezTo>
                <a:cubicBezTo>
                  <a:pt x="85530" y="59243"/>
                  <a:pt x="90840" y="53934"/>
                  <a:pt x="90840" y="47395"/>
                </a:cubicBezTo>
                <a:cubicBezTo>
                  <a:pt x="90840" y="40855"/>
                  <a:pt x="85530" y="35546"/>
                  <a:pt x="78991" y="3554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05800" y="2460307"/>
            <a:ext cx="3580926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2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BIAS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18439" y="2831038"/>
            <a:ext cx="355564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4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The Team Strategy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56355" y="3286026"/>
            <a:ext cx="3479818" cy="404434"/>
          </a:xfrm>
          <a:custGeom>
            <a:avLst/>
            <a:gdLst/>
            <a:ahLst/>
            <a:cxnLst/>
            <a:rect l="l" t="t" r="r" b="b"/>
            <a:pathLst>
              <a:path w="3479818" h="404434">
                <a:moveTo>
                  <a:pt x="101109" y="0"/>
                </a:moveTo>
                <a:lnTo>
                  <a:pt x="3378709" y="0"/>
                </a:lnTo>
                <a:cubicBezTo>
                  <a:pt x="3434550" y="0"/>
                  <a:pt x="3479818" y="45268"/>
                  <a:pt x="3479818" y="101109"/>
                </a:cubicBezTo>
                <a:lnTo>
                  <a:pt x="3479818" y="303326"/>
                </a:lnTo>
                <a:cubicBezTo>
                  <a:pt x="3479818" y="359166"/>
                  <a:pt x="3434550" y="404434"/>
                  <a:pt x="3378709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57463" y="3387135"/>
            <a:ext cx="3345006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6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always play aggressive"</a:t>
            </a: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(positive bias)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56355" y="3993786"/>
            <a:ext cx="3479818" cy="404434"/>
          </a:xfrm>
          <a:custGeom>
            <a:avLst/>
            <a:gdLst/>
            <a:ahLst/>
            <a:cxnLst/>
            <a:rect l="l" t="t" r="r" b="b"/>
            <a:pathLst>
              <a:path w="3479818" h="404434">
                <a:moveTo>
                  <a:pt x="101109" y="0"/>
                </a:moveTo>
                <a:lnTo>
                  <a:pt x="3378709" y="0"/>
                </a:lnTo>
                <a:cubicBezTo>
                  <a:pt x="3434550" y="0"/>
                  <a:pt x="3479818" y="45268"/>
                  <a:pt x="3479818" y="101109"/>
                </a:cubicBezTo>
                <a:lnTo>
                  <a:pt x="3479818" y="303326"/>
                </a:lnTo>
                <a:cubicBezTo>
                  <a:pt x="3479818" y="359166"/>
                  <a:pt x="3434550" y="404434"/>
                  <a:pt x="3378709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57463" y="4094894"/>
            <a:ext cx="3345006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6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focus on defense first"</a:t>
            </a: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(negative bias on offense)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56355" y="4701545"/>
            <a:ext cx="3479818" cy="404434"/>
          </a:xfrm>
          <a:custGeom>
            <a:avLst/>
            <a:gdLst/>
            <a:ahLst/>
            <a:cxnLst/>
            <a:rect l="l" t="t" r="r" b="b"/>
            <a:pathLst>
              <a:path w="3479818" h="404434">
                <a:moveTo>
                  <a:pt x="101109" y="0"/>
                </a:moveTo>
                <a:lnTo>
                  <a:pt x="3378709" y="0"/>
                </a:lnTo>
                <a:cubicBezTo>
                  <a:pt x="3434550" y="0"/>
                  <a:pt x="3479818" y="45268"/>
                  <a:pt x="3479818" y="101109"/>
                </a:cubicBezTo>
                <a:lnTo>
                  <a:pt x="3479818" y="303326"/>
                </a:lnTo>
                <a:cubicBezTo>
                  <a:pt x="3479818" y="359166"/>
                  <a:pt x="3434550" y="404434"/>
                  <a:pt x="3378709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57463" y="4802654"/>
            <a:ext cx="3345006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6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Starting game plan</a:t>
            </a: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seeing the opponent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6058" y="1668290"/>
            <a:ext cx="3749440" cy="3690460"/>
          </a:xfrm>
          <a:custGeom>
            <a:avLst/>
            <a:gdLst/>
            <a:ahLst/>
            <a:cxnLst/>
            <a:rect l="l" t="t" r="r" b="b"/>
            <a:pathLst>
              <a:path w="3749440" h="3690460">
                <a:moveTo>
                  <a:pt x="33703" y="0"/>
                </a:moveTo>
                <a:lnTo>
                  <a:pt x="3715737" y="0"/>
                </a:lnTo>
                <a:cubicBezTo>
                  <a:pt x="3734351" y="0"/>
                  <a:pt x="3749440" y="15089"/>
                  <a:pt x="3749440" y="33703"/>
                </a:cubicBezTo>
                <a:lnTo>
                  <a:pt x="3749440" y="3555648"/>
                </a:lnTo>
                <a:cubicBezTo>
                  <a:pt x="3749440" y="3630103"/>
                  <a:pt x="3689083" y="3690460"/>
                  <a:pt x="3614628" y="3690460"/>
                </a:cubicBezTo>
                <a:lnTo>
                  <a:pt x="134813" y="3690460"/>
                </a:lnTo>
                <a:cubicBezTo>
                  <a:pt x="60358" y="3690460"/>
                  <a:pt x="0" y="3630103"/>
                  <a:pt x="0" y="3555648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6386" dist="8425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06058" y="1668290"/>
            <a:ext cx="3749440" cy="33703"/>
          </a:xfrm>
          <a:custGeom>
            <a:avLst/>
            <a:gdLst/>
            <a:ahLst/>
            <a:cxnLst/>
            <a:rect l="l" t="t" r="r" b="b"/>
            <a:pathLst>
              <a:path w="3749440" h="33703">
                <a:moveTo>
                  <a:pt x="33703" y="0"/>
                </a:moveTo>
                <a:lnTo>
                  <a:pt x="3715737" y="0"/>
                </a:lnTo>
                <a:cubicBezTo>
                  <a:pt x="3734351" y="0"/>
                  <a:pt x="3749440" y="15089"/>
                  <a:pt x="3749440" y="33703"/>
                </a:cubicBezTo>
                <a:lnTo>
                  <a:pt x="3749440" y="33703"/>
                </a:lnTo>
                <a:lnTo>
                  <a:pt x="0" y="33703"/>
                </a:ln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711287" y="1819953"/>
            <a:ext cx="539245" cy="539245"/>
          </a:xfrm>
          <a:custGeom>
            <a:avLst/>
            <a:gdLst/>
            <a:ahLst/>
            <a:cxnLst/>
            <a:rect l="l" t="t" r="r" b="b"/>
            <a:pathLst>
              <a:path w="539245" h="539245">
                <a:moveTo>
                  <a:pt x="269623" y="0"/>
                </a:moveTo>
                <a:lnTo>
                  <a:pt x="269623" y="0"/>
                </a:lnTo>
                <a:cubicBezTo>
                  <a:pt x="418431" y="0"/>
                  <a:pt x="539245" y="120814"/>
                  <a:pt x="539245" y="269623"/>
                </a:cubicBezTo>
                <a:lnTo>
                  <a:pt x="539245" y="269623"/>
                </a:lnTo>
                <a:cubicBezTo>
                  <a:pt x="539245" y="418431"/>
                  <a:pt x="418431" y="539245"/>
                  <a:pt x="269623" y="539245"/>
                </a:cubicBezTo>
                <a:lnTo>
                  <a:pt x="269623" y="539245"/>
                </a:lnTo>
                <a:cubicBezTo>
                  <a:pt x="120814" y="539245"/>
                  <a:pt x="0" y="418431"/>
                  <a:pt x="0" y="269623"/>
                </a:cubicBezTo>
                <a:lnTo>
                  <a:pt x="0" y="269623"/>
                </a:lnTo>
                <a:cubicBezTo>
                  <a:pt x="0" y="120814"/>
                  <a:pt x="120814" y="0"/>
                  <a:pt x="269623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blurRad="126386" dist="8425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872429" y="1963190"/>
            <a:ext cx="221175" cy="252771"/>
          </a:xfrm>
          <a:custGeom>
            <a:avLst/>
            <a:gdLst/>
            <a:ahLst/>
            <a:cxnLst/>
            <a:rect l="l" t="t" r="r" b="b"/>
            <a:pathLst>
              <a:path w="221175" h="252771">
                <a:moveTo>
                  <a:pt x="110587" y="122436"/>
                </a:moveTo>
                <a:cubicBezTo>
                  <a:pt x="77890" y="122436"/>
                  <a:pt x="51344" y="95890"/>
                  <a:pt x="51344" y="63193"/>
                </a:cubicBezTo>
                <a:cubicBezTo>
                  <a:pt x="51344" y="30496"/>
                  <a:pt x="77890" y="3950"/>
                  <a:pt x="110587" y="3950"/>
                </a:cubicBezTo>
                <a:cubicBezTo>
                  <a:pt x="143285" y="3950"/>
                  <a:pt x="169831" y="30496"/>
                  <a:pt x="169831" y="63193"/>
                </a:cubicBezTo>
                <a:cubicBezTo>
                  <a:pt x="169831" y="95890"/>
                  <a:pt x="143285" y="122436"/>
                  <a:pt x="110587" y="122436"/>
                </a:cubicBezTo>
                <a:close/>
                <a:moveTo>
                  <a:pt x="95530" y="150083"/>
                </a:moveTo>
                <a:lnTo>
                  <a:pt x="125645" y="150083"/>
                </a:lnTo>
                <a:cubicBezTo>
                  <a:pt x="130434" y="150083"/>
                  <a:pt x="134285" y="153934"/>
                  <a:pt x="134285" y="158723"/>
                </a:cubicBezTo>
                <a:cubicBezTo>
                  <a:pt x="134285" y="160796"/>
                  <a:pt x="133544" y="162771"/>
                  <a:pt x="132211" y="164351"/>
                </a:cubicBezTo>
                <a:lnTo>
                  <a:pt x="118684" y="180149"/>
                </a:lnTo>
                <a:lnTo>
                  <a:pt x="133989" y="236973"/>
                </a:lnTo>
                <a:lnTo>
                  <a:pt x="134285" y="236973"/>
                </a:lnTo>
                <a:lnTo>
                  <a:pt x="151367" y="168596"/>
                </a:lnTo>
                <a:cubicBezTo>
                  <a:pt x="152453" y="164301"/>
                  <a:pt x="156847" y="161685"/>
                  <a:pt x="160994" y="163265"/>
                </a:cubicBezTo>
                <a:cubicBezTo>
                  <a:pt x="191553" y="174916"/>
                  <a:pt x="213276" y="204537"/>
                  <a:pt x="213276" y="239195"/>
                </a:cubicBezTo>
                <a:cubicBezTo>
                  <a:pt x="213276" y="246649"/>
                  <a:pt x="207203" y="252722"/>
                  <a:pt x="199749" y="252722"/>
                </a:cubicBezTo>
                <a:lnTo>
                  <a:pt x="21426" y="252771"/>
                </a:lnTo>
                <a:cubicBezTo>
                  <a:pt x="13972" y="252771"/>
                  <a:pt x="7899" y="246699"/>
                  <a:pt x="7899" y="239244"/>
                </a:cubicBezTo>
                <a:cubicBezTo>
                  <a:pt x="7899" y="204587"/>
                  <a:pt x="29622" y="174965"/>
                  <a:pt x="60181" y="163314"/>
                </a:cubicBezTo>
                <a:cubicBezTo>
                  <a:pt x="64328" y="161734"/>
                  <a:pt x="68722" y="164351"/>
                  <a:pt x="69808" y="168646"/>
                </a:cubicBezTo>
                <a:lnTo>
                  <a:pt x="86890" y="237022"/>
                </a:lnTo>
                <a:lnTo>
                  <a:pt x="87186" y="237022"/>
                </a:lnTo>
                <a:lnTo>
                  <a:pt x="102491" y="180198"/>
                </a:lnTo>
                <a:lnTo>
                  <a:pt x="88964" y="164400"/>
                </a:lnTo>
                <a:cubicBezTo>
                  <a:pt x="87631" y="162820"/>
                  <a:pt x="86890" y="160845"/>
                  <a:pt x="86890" y="158772"/>
                </a:cubicBezTo>
                <a:cubicBezTo>
                  <a:pt x="86890" y="153983"/>
                  <a:pt x="90741" y="150132"/>
                  <a:pt x="95530" y="15013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190315" y="2460307"/>
            <a:ext cx="3580926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2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ACTIVATION FUNCTION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02954" y="2831038"/>
            <a:ext cx="355564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The Coach's Decision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40869" y="3286026"/>
            <a:ext cx="3479818" cy="404434"/>
          </a:xfrm>
          <a:custGeom>
            <a:avLst/>
            <a:gdLst/>
            <a:ahLst/>
            <a:cxnLst/>
            <a:rect l="l" t="t" r="r" b="b"/>
            <a:pathLst>
              <a:path w="3479818" h="404434">
                <a:moveTo>
                  <a:pt x="101109" y="0"/>
                </a:moveTo>
                <a:lnTo>
                  <a:pt x="3378709" y="0"/>
                </a:lnTo>
                <a:cubicBezTo>
                  <a:pt x="3434550" y="0"/>
                  <a:pt x="3479818" y="45268"/>
                  <a:pt x="3479818" y="101109"/>
                </a:cubicBezTo>
                <a:lnTo>
                  <a:pt x="3479818" y="303326"/>
                </a:lnTo>
                <a:cubicBezTo>
                  <a:pt x="3479818" y="359166"/>
                  <a:pt x="3434550" y="404434"/>
                  <a:pt x="3378709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41978" y="3387135"/>
            <a:ext cx="3345006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6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"Should we shoot now or pass?"</a:t>
            </a: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(making the final call)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40869" y="3993786"/>
            <a:ext cx="3479818" cy="404434"/>
          </a:xfrm>
          <a:custGeom>
            <a:avLst/>
            <a:gdLst/>
            <a:ahLst/>
            <a:cxnLst/>
            <a:rect l="l" t="t" r="r" b="b"/>
            <a:pathLst>
              <a:path w="3479818" h="404434">
                <a:moveTo>
                  <a:pt x="101109" y="0"/>
                </a:moveTo>
                <a:lnTo>
                  <a:pt x="3378709" y="0"/>
                </a:lnTo>
                <a:cubicBezTo>
                  <a:pt x="3434550" y="0"/>
                  <a:pt x="3479818" y="45268"/>
                  <a:pt x="3479818" y="101109"/>
                </a:cubicBezTo>
                <a:lnTo>
                  <a:pt x="3479818" y="303326"/>
                </a:lnTo>
                <a:cubicBezTo>
                  <a:pt x="3479818" y="359166"/>
                  <a:pt x="3434550" y="404434"/>
                  <a:pt x="3378709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41978" y="4094894"/>
            <a:ext cx="3345006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Looks at all the information and </a:t>
            </a:r>
            <a:r>
              <a:rPr lang="en-US" sz="106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decides the action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40869" y="4701545"/>
            <a:ext cx="3479818" cy="404434"/>
          </a:xfrm>
          <a:custGeom>
            <a:avLst/>
            <a:gdLst/>
            <a:ahLst/>
            <a:cxnLst/>
            <a:rect l="l" t="t" r="r" b="b"/>
            <a:pathLst>
              <a:path w="3479818" h="404434">
                <a:moveTo>
                  <a:pt x="101109" y="0"/>
                </a:moveTo>
                <a:lnTo>
                  <a:pt x="3378709" y="0"/>
                </a:lnTo>
                <a:cubicBezTo>
                  <a:pt x="3434550" y="0"/>
                  <a:pt x="3479818" y="45268"/>
                  <a:pt x="3479818" y="101109"/>
                </a:cubicBezTo>
                <a:lnTo>
                  <a:pt x="3479818" y="303326"/>
                </a:lnTo>
                <a:cubicBezTo>
                  <a:pt x="3479818" y="359166"/>
                  <a:pt x="3434550" y="404434"/>
                  <a:pt x="3378709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41978" y="4802654"/>
            <a:ext cx="3345006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6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Transforms all that data</a:t>
            </a: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a clear decision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37028" y="5493562"/>
            <a:ext cx="5695779" cy="1466073"/>
          </a:xfrm>
          <a:custGeom>
            <a:avLst/>
            <a:gdLst/>
            <a:ahLst/>
            <a:cxnLst/>
            <a:rect l="l" t="t" r="r" b="b"/>
            <a:pathLst>
              <a:path w="5695779" h="1466073">
                <a:moveTo>
                  <a:pt x="134805" y="0"/>
                </a:moveTo>
                <a:lnTo>
                  <a:pt x="5560973" y="0"/>
                </a:lnTo>
                <a:cubicBezTo>
                  <a:pt x="5635424" y="0"/>
                  <a:pt x="5695779" y="60354"/>
                  <a:pt x="5695779" y="134805"/>
                </a:cubicBezTo>
                <a:lnTo>
                  <a:pt x="5695779" y="1331268"/>
                </a:lnTo>
                <a:cubicBezTo>
                  <a:pt x="5695779" y="1405719"/>
                  <a:pt x="5635424" y="1466073"/>
                  <a:pt x="5560973" y="1466073"/>
                </a:cubicBezTo>
                <a:lnTo>
                  <a:pt x="134805" y="1466073"/>
                </a:lnTo>
                <a:cubicBezTo>
                  <a:pt x="60404" y="1466073"/>
                  <a:pt x="0" y="1405669"/>
                  <a:pt x="0" y="1331268"/>
                </a:cubicBezTo>
                <a:lnTo>
                  <a:pt x="0" y="134805"/>
                </a:lnTo>
                <a:cubicBezTo>
                  <a:pt x="0" y="60354"/>
                  <a:pt x="60354" y="0"/>
                  <a:pt x="1348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  <a:effectLst>
            <a:outerShdw blurRad="126386" dist="8425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2904" y="5662076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>
                <a:moveTo>
                  <a:pt x="47493" y="0"/>
                </a:moveTo>
                <a:lnTo>
                  <a:pt x="121218" y="0"/>
                </a:lnTo>
                <a:cubicBezTo>
                  <a:pt x="129940" y="0"/>
                  <a:pt x="137049" y="7175"/>
                  <a:pt x="136720" y="15864"/>
                </a:cubicBezTo>
                <a:cubicBezTo>
                  <a:pt x="136654" y="17608"/>
                  <a:pt x="136589" y="19353"/>
                  <a:pt x="136490" y="21064"/>
                </a:cubicBezTo>
                <a:lnTo>
                  <a:pt x="152815" y="21064"/>
                </a:lnTo>
                <a:cubicBezTo>
                  <a:pt x="161405" y="21064"/>
                  <a:pt x="168975" y="28173"/>
                  <a:pt x="168317" y="37455"/>
                </a:cubicBezTo>
                <a:cubicBezTo>
                  <a:pt x="165848" y="71586"/>
                  <a:pt x="148404" y="90346"/>
                  <a:pt x="129479" y="100154"/>
                </a:cubicBezTo>
                <a:cubicBezTo>
                  <a:pt x="124279" y="102853"/>
                  <a:pt x="118980" y="104861"/>
                  <a:pt x="113945" y="106342"/>
                </a:cubicBezTo>
                <a:cubicBezTo>
                  <a:pt x="107296" y="115755"/>
                  <a:pt x="100384" y="120725"/>
                  <a:pt x="94888" y="123391"/>
                </a:cubicBezTo>
                <a:lnTo>
                  <a:pt x="94888" y="147450"/>
                </a:lnTo>
                <a:lnTo>
                  <a:pt x="115952" y="147450"/>
                </a:lnTo>
                <a:cubicBezTo>
                  <a:pt x="121778" y="147450"/>
                  <a:pt x="126484" y="152156"/>
                  <a:pt x="126484" y="157982"/>
                </a:cubicBezTo>
                <a:cubicBezTo>
                  <a:pt x="126484" y="163808"/>
                  <a:pt x="121778" y="168514"/>
                  <a:pt x="115952" y="168514"/>
                </a:cubicBezTo>
                <a:lnTo>
                  <a:pt x="52759" y="168514"/>
                </a:lnTo>
                <a:cubicBezTo>
                  <a:pt x="46934" y="168514"/>
                  <a:pt x="42227" y="163808"/>
                  <a:pt x="42227" y="157982"/>
                </a:cubicBezTo>
                <a:cubicBezTo>
                  <a:pt x="42227" y="152156"/>
                  <a:pt x="46934" y="147450"/>
                  <a:pt x="52759" y="147450"/>
                </a:cubicBezTo>
                <a:lnTo>
                  <a:pt x="73824" y="147450"/>
                </a:lnTo>
                <a:lnTo>
                  <a:pt x="73824" y="123391"/>
                </a:lnTo>
                <a:cubicBezTo>
                  <a:pt x="68558" y="120856"/>
                  <a:pt x="62008" y="116150"/>
                  <a:pt x="55623" y="107494"/>
                </a:cubicBezTo>
                <a:cubicBezTo>
                  <a:pt x="49567" y="105914"/>
                  <a:pt x="42984" y="103511"/>
                  <a:pt x="36566" y="99891"/>
                </a:cubicBezTo>
                <a:cubicBezTo>
                  <a:pt x="18760" y="89918"/>
                  <a:pt x="2699" y="71125"/>
                  <a:pt x="395" y="37389"/>
                </a:cubicBezTo>
                <a:cubicBezTo>
                  <a:pt x="-230" y="28141"/>
                  <a:pt x="7307" y="21031"/>
                  <a:pt x="15897" y="21031"/>
                </a:cubicBezTo>
                <a:lnTo>
                  <a:pt x="32222" y="21031"/>
                </a:lnTo>
                <a:cubicBezTo>
                  <a:pt x="32123" y="19320"/>
                  <a:pt x="32057" y="17608"/>
                  <a:pt x="31991" y="15831"/>
                </a:cubicBezTo>
                <a:cubicBezTo>
                  <a:pt x="31662" y="7109"/>
                  <a:pt x="38771" y="-33"/>
                  <a:pt x="47493" y="-33"/>
                </a:cubicBezTo>
                <a:close/>
                <a:moveTo>
                  <a:pt x="33407" y="36862"/>
                </a:moveTo>
                <a:lnTo>
                  <a:pt x="16160" y="36862"/>
                </a:lnTo>
                <a:cubicBezTo>
                  <a:pt x="18201" y="64740"/>
                  <a:pt x="31004" y="78695"/>
                  <a:pt x="44202" y="86100"/>
                </a:cubicBezTo>
                <a:cubicBezTo>
                  <a:pt x="39463" y="73824"/>
                  <a:pt x="35546" y="57795"/>
                  <a:pt x="33407" y="36862"/>
                </a:cubicBezTo>
                <a:close/>
                <a:moveTo>
                  <a:pt x="125069" y="84520"/>
                </a:moveTo>
                <a:cubicBezTo>
                  <a:pt x="138399" y="76687"/>
                  <a:pt x="150445" y="62765"/>
                  <a:pt x="152486" y="36862"/>
                </a:cubicBezTo>
                <a:lnTo>
                  <a:pt x="135272" y="36862"/>
                </a:lnTo>
                <a:cubicBezTo>
                  <a:pt x="133232" y="56906"/>
                  <a:pt x="129545" y="72474"/>
                  <a:pt x="125069" y="8452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2482" y="5628373"/>
            <a:ext cx="5299771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Power of Working Together: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71840" y="5965402"/>
            <a:ext cx="5493562" cy="219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Weights + Bias + Activation Functions = AI that can: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1840" y="6251876"/>
            <a:ext cx="273835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Beat world champions at chess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16646" y="6251876"/>
            <a:ext cx="273835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Recognize your face in photos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71840" y="6454093"/>
            <a:ext cx="273835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Translate languages instantly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216646" y="6454093"/>
            <a:ext cx="273835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Drive cars safely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71840" y="6656310"/>
            <a:ext cx="273835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Recommend your next favorite song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216646" y="6656310"/>
            <a:ext cx="273835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Help doctors find diseases earlier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80652" y="5493562"/>
            <a:ext cx="5678927" cy="1466073"/>
          </a:xfrm>
          <a:custGeom>
            <a:avLst/>
            <a:gdLst/>
            <a:ahLst/>
            <a:cxnLst/>
            <a:rect l="l" t="t" r="r" b="b"/>
            <a:pathLst>
              <a:path w="5678927" h="1466073">
                <a:moveTo>
                  <a:pt x="33703" y="0"/>
                </a:moveTo>
                <a:lnTo>
                  <a:pt x="5544122" y="0"/>
                </a:lnTo>
                <a:cubicBezTo>
                  <a:pt x="5618573" y="0"/>
                  <a:pt x="5678927" y="60354"/>
                  <a:pt x="5678927" y="134805"/>
                </a:cubicBezTo>
                <a:lnTo>
                  <a:pt x="5678927" y="1331268"/>
                </a:lnTo>
                <a:cubicBezTo>
                  <a:pt x="5678927" y="1405719"/>
                  <a:pt x="5618573" y="1466073"/>
                  <a:pt x="5544122" y="1466073"/>
                </a:cubicBezTo>
                <a:lnTo>
                  <a:pt x="33703" y="1466073"/>
                </a:lnTo>
                <a:cubicBezTo>
                  <a:pt x="15089" y="1466073"/>
                  <a:pt x="0" y="1450984"/>
                  <a:pt x="0" y="1432370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6386" dist="8425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80652" y="5493562"/>
            <a:ext cx="33703" cy="1466073"/>
          </a:xfrm>
          <a:custGeom>
            <a:avLst/>
            <a:gdLst/>
            <a:ahLst/>
            <a:cxnLst/>
            <a:rect l="l" t="t" r="r" b="b"/>
            <a:pathLst>
              <a:path w="33703" h="1466073">
                <a:moveTo>
                  <a:pt x="33703" y="0"/>
                </a:moveTo>
                <a:lnTo>
                  <a:pt x="33703" y="0"/>
                </a:lnTo>
                <a:lnTo>
                  <a:pt x="33703" y="1466073"/>
                </a:lnTo>
                <a:lnTo>
                  <a:pt x="33703" y="1466073"/>
                </a:lnTo>
                <a:cubicBezTo>
                  <a:pt x="15089" y="1466073"/>
                  <a:pt x="0" y="1450984"/>
                  <a:pt x="0" y="1432370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381816" y="5816898"/>
            <a:ext cx="221175" cy="252771"/>
          </a:xfrm>
          <a:custGeom>
            <a:avLst/>
            <a:gdLst/>
            <a:ahLst/>
            <a:cxnLst/>
            <a:rect l="l" t="t" r="r" b="b"/>
            <a:pathLst>
              <a:path w="221175" h="252771">
                <a:moveTo>
                  <a:pt x="0" y="106638"/>
                </a:moveTo>
                <a:cubicBezTo>
                  <a:pt x="0" y="73906"/>
                  <a:pt x="26511" y="47395"/>
                  <a:pt x="59243" y="47395"/>
                </a:cubicBezTo>
                <a:lnTo>
                  <a:pt x="63193" y="47395"/>
                </a:lnTo>
                <a:cubicBezTo>
                  <a:pt x="71931" y="47395"/>
                  <a:pt x="78991" y="54454"/>
                  <a:pt x="78991" y="63193"/>
                </a:cubicBezTo>
                <a:cubicBezTo>
                  <a:pt x="78991" y="71931"/>
                  <a:pt x="71931" y="78991"/>
                  <a:pt x="63193" y="78991"/>
                </a:cubicBezTo>
                <a:lnTo>
                  <a:pt x="59243" y="78991"/>
                </a:lnTo>
                <a:cubicBezTo>
                  <a:pt x="43988" y="78991"/>
                  <a:pt x="31596" y="91383"/>
                  <a:pt x="31596" y="106638"/>
                </a:cubicBezTo>
                <a:lnTo>
                  <a:pt x="31596" y="110587"/>
                </a:lnTo>
                <a:lnTo>
                  <a:pt x="63193" y="110587"/>
                </a:lnTo>
                <a:cubicBezTo>
                  <a:pt x="80620" y="110587"/>
                  <a:pt x="94789" y="124756"/>
                  <a:pt x="94789" y="142184"/>
                </a:cubicBezTo>
                <a:lnTo>
                  <a:pt x="94789" y="173780"/>
                </a:lnTo>
                <a:cubicBezTo>
                  <a:pt x="94789" y="191208"/>
                  <a:pt x="80620" y="205377"/>
                  <a:pt x="63193" y="205377"/>
                </a:cubicBezTo>
                <a:lnTo>
                  <a:pt x="31596" y="205377"/>
                </a:lnTo>
                <a:cubicBezTo>
                  <a:pt x="14169" y="205377"/>
                  <a:pt x="0" y="191208"/>
                  <a:pt x="0" y="173780"/>
                </a:cubicBezTo>
                <a:lnTo>
                  <a:pt x="0" y="106638"/>
                </a:lnTo>
                <a:close/>
                <a:moveTo>
                  <a:pt x="126386" y="106638"/>
                </a:moveTo>
                <a:cubicBezTo>
                  <a:pt x="126386" y="73906"/>
                  <a:pt x="152897" y="47395"/>
                  <a:pt x="185629" y="47395"/>
                </a:cubicBezTo>
                <a:lnTo>
                  <a:pt x="189578" y="47395"/>
                </a:lnTo>
                <a:cubicBezTo>
                  <a:pt x="198317" y="47395"/>
                  <a:pt x="205377" y="54454"/>
                  <a:pt x="205377" y="63193"/>
                </a:cubicBezTo>
                <a:cubicBezTo>
                  <a:pt x="205377" y="71931"/>
                  <a:pt x="198317" y="78991"/>
                  <a:pt x="189578" y="78991"/>
                </a:cubicBezTo>
                <a:lnTo>
                  <a:pt x="185629" y="78991"/>
                </a:lnTo>
                <a:cubicBezTo>
                  <a:pt x="170374" y="78991"/>
                  <a:pt x="157982" y="91383"/>
                  <a:pt x="157982" y="106638"/>
                </a:cubicBezTo>
                <a:lnTo>
                  <a:pt x="157982" y="110587"/>
                </a:lnTo>
                <a:lnTo>
                  <a:pt x="189578" y="110587"/>
                </a:lnTo>
                <a:cubicBezTo>
                  <a:pt x="207006" y="110587"/>
                  <a:pt x="221175" y="124756"/>
                  <a:pt x="221175" y="142184"/>
                </a:cubicBezTo>
                <a:lnTo>
                  <a:pt x="221175" y="173780"/>
                </a:lnTo>
                <a:cubicBezTo>
                  <a:pt x="221175" y="191208"/>
                  <a:pt x="207006" y="205377"/>
                  <a:pt x="189578" y="205377"/>
                </a:cubicBezTo>
                <a:lnTo>
                  <a:pt x="157982" y="205377"/>
                </a:lnTo>
                <a:cubicBezTo>
                  <a:pt x="140555" y="205377"/>
                  <a:pt x="126386" y="191208"/>
                  <a:pt x="126386" y="173780"/>
                </a:cubicBezTo>
                <a:lnTo>
                  <a:pt x="126386" y="106638"/>
                </a:ln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749387" y="5816898"/>
            <a:ext cx="3766292" cy="244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"Alone we can do so little; together we can do so much."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49387" y="6130756"/>
            <a:ext cx="3757866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Helen Keller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32315" y="6467784"/>
            <a:ext cx="168514" cy="134811"/>
          </a:xfrm>
          <a:custGeom>
            <a:avLst/>
            <a:gdLst/>
            <a:ahLst/>
            <a:cxnLst/>
            <a:rect l="l" t="t" r="r" b="b"/>
            <a:pathLst>
              <a:path w="168514" h="134811">
                <a:moveTo>
                  <a:pt x="92683" y="0"/>
                </a:moveTo>
                <a:cubicBezTo>
                  <a:pt x="92683" y="-4660"/>
                  <a:pt x="88918" y="-8426"/>
                  <a:pt x="84257" y="-8426"/>
                </a:cubicBezTo>
                <a:cubicBezTo>
                  <a:pt x="79597" y="-8426"/>
                  <a:pt x="75831" y="-4660"/>
                  <a:pt x="75831" y="0"/>
                </a:cubicBezTo>
                <a:lnTo>
                  <a:pt x="75831" y="16851"/>
                </a:lnTo>
                <a:lnTo>
                  <a:pt x="50554" y="16851"/>
                </a:lnTo>
                <a:cubicBezTo>
                  <a:pt x="36599" y="16851"/>
                  <a:pt x="25277" y="28173"/>
                  <a:pt x="25277" y="42129"/>
                </a:cubicBezTo>
                <a:lnTo>
                  <a:pt x="25277" y="101109"/>
                </a:lnTo>
                <a:cubicBezTo>
                  <a:pt x="25277" y="115064"/>
                  <a:pt x="36599" y="126386"/>
                  <a:pt x="50554" y="126386"/>
                </a:cubicBezTo>
                <a:lnTo>
                  <a:pt x="117960" y="126386"/>
                </a:lnTo>
                <a:cubicBezTo>
                  <a:pt x="131915" y="126386"/>
                  <a:pt x="143237" y="115064"/>
                  <a:pt x="143237" y="101109"/>
                </a:cubicBezTo>
                <a:lnTo>
                  <a:pt x="143237" y="42129"/>
                </a:lnTo>
                <a:cubicBezTo>
                  <a:pt x="143237" y="28173"/>
                  <a:pt x="131915" y="16851"/>
                  <a:pt x="117960" y="16851"/>
                </a:cubicBezTo>
                <a:lnTo>
                  <a:pt x="92683" y="16851"/>
                </a:lnTo>
                <a:lnTo>
                  <a:pt x="92683" y="0"/>
                </a:lnTo>
                <a:close/>
                <a:moveTo>
                  <a:pt x="42129" y="96896"/>
                </a:moveTo>
                <a:cubicBezTo>
                  <a:pt x="42129" y="93394"/>
                  <a:pt x="44946" y="90576"/>
                  <a:pt x="48448" y="90576"/>
                </a:cubicBezTo>
                <a:lnTo>
                  <a:pt x="56874" y="90576"/>
                </a:lnTo>
                <a:cubicBezTo>
                  <a:pt x="60375" y="90576"/>
                  <a:pt x="63193" y="93394"/>
                  <a:pt x="63193" y="96896"/>
                </a:cubicBezTo>
                <a:cubicBezTo>
                  <a:pt x="63193" y="100398"/>
                  <a:pt x="60375" y="103215"/>
                  <a:pt x="56874" y="103215"/>
                </a:cubicBezTo>
                <a:lnTo>
                  <a:pt x="48448" y="103215"/>
                </a:lnTo>
                <a:cubicBezTo>
                  <a:pt x="44946" y="103215"/>
                  <a:pt x="42129" y="100398"/>
                  <a:pt x="42129" y="96896"/>
                </a:cubicBezTo>
                <a:close/>
                <a:moveTo>
                  <a:pt x="73725" y="96896"/>
                </a:moveTo>
                <a:cubicBezTo>
                  <a:pt x="73725" y="93394"/>
                  <a:pt x="76542" y="90576"/>
                  <a:pt x="80044" y="90576"/>
                </a:cubicBezTo>
                <a:lnTo>
                  <a:pt x="88470" y="90576"/>
                </a:lnTo>
                <a:cubicBezTo>
                  <a:pt x="91972" y="90576"/>
                  <a:pt x="94789" y="93394"/>
                  <a:pt x="94789" y="96896"/>
                </a:cubicBezTo>
                <a:cubicBezTo>
                  <a:pt x="94789" y="100398"/>
                  <a:pt x="91972" y="103215"/>
                  <a:pt x="88470" y="103215"/>
                </a:cubicBezTo>
                <a:lnTo>
                  <a:pt x="80044" y="103215"/>
                </a:lnTo>
                <a:cubicBezTo>
                  <a:pt x="76542" y="103215"/>
                  <a:pt x="73725" y="100398"/>
                  <a:pt x="73725" y="96896"/>
                </a:cubicBezTo>
                <a:close/>
                <a:moveTo>
                  <a:pt x="105321" y="96896"/>
                </a:moveTo>
                <a:cubicBezTo>
                  <a:pt x="105321" y="93394"/>
                  <a:pt x="108139" y="90576"/>
                  <a:pt x="111641" y="90576"/>
                </a:cubicBezTo>
                <a:lnTo>
                  <a:pt x="120066" y="90576"/>
                </a:lnTo>
                <a:cubicBezTo>
                  <a:pt x="123568" y="90576"/>
                  <a:pt x="126386" y="93394"/>
                  <a:pt x="126386" y="96896"/>
                </a:cubicBezTo>
                <a:cubicBezTo>
                  <a:pt x="126386" y="100398"/>
                  <a:pt x="123568" y="103215"/>
                  <a:pt x="120066" y="103215"/>
                </a:cubicBezTo>
                <a:lnTo>
                  <a:pt x="111641" y="103215"/>
                </a:lnTo>
                <a:cubicBezTo>
                  <a:pt x="108139" y="103215"/>
                  <a:pt x="105321" y="100398"/>
                  <a:pt x="105321" y="96896"/>
                </a:cubicBezTo>
                <a:close/>
                <a:moveTo>
                  <a:pt x="58980" y="46341"/>
                </a:moveTo>
                <a:cubicBezTo>
                  <a:pt x="65955" y="46341"/>
                  <a:pt x="71619" y="52005"/>
                  <a:pt x="71619" y="58980"/>
                </a:cubicBezTo>
                <a:cubicBezTo>
                  <a:pt x="71619" y="65955"/>
                  <a:pt x="65955" y="71619"/>
                  <a:pt x="58980" y="71619"/>
                </a:cubicBezTo>
                <a:cubicBezTo>
                  <a:pt x="52005" y="71619"/>
                  <a:pt x="46341" y="65955"/>
                  <a:pt x="46341" y="58980"/>
                </a:cubicBezTo>
                <a:cubicBezTo>
                  <a:pt x="46341" y="52005"/>
                  <a:pt x="52005" y="46341"/>
                  <a:pt x="58980" y="46341"/>
                </a:cubicBezTo>
                <a:close/>
                <a:moveTo>
                  <a:pt x="96896" y="58980"/>
                </a:moveTo>
                <a:cubicBezTo>
                  <a:pt x="96896" y="52005"/>
                  <a:pt x="102559" y="46341"/>
                  <a:pt x="109534" y="46341"/>
                </a:cubicBezTo>
                <a:cubicBezTo>
                  <a:pt x="116510" y="46341"/>
                  <a:pt x="122173" y="52005"/>
                  <a:pt x="122173" y="58980"/>
                </a:cubicBezTo>
                <a:cubicBezTo>
                  <a:pt x="122173" y="65955"/>
                  <a:pt x="116510" y="71619"/>
                  <a:pt x="109534" y="71619"/>
                </a:cubicBezTo>
                <a:cubicBezTo>
                  <a:pt x="102559" y="71619"/>
                  <a:pt x="96896" y="65955"/>
                  <a:pt x="96896" y="58980"/>
                </a:cubicBezTo>
                <a:close/>
                <a:moveTo>
                  <a:pt x="16851" y="58980"/>
                </a:moveTo>
                <a:cubicBezTo>
                  <a:pt x="16851" y="54319"/>
                  <a:pt x="13086" y="50554"/>
                  <a:pt x="8426" y="50554"/>
                </a:cubicBezTo>
                <a:cubicBezTo>
                  <a:pt x="3765" y="50554"/>
                  <a:pt x="0" y="54319"/>
                  <a:pt x="0" y="58980"/>
                </a:cubicBezTo>
                <a:lnTo>
                  <a:pt x="0" y="84257"/>
                </a:lnTo>
                <a:cubicBezTo>
                  <a:pt x="0" y="88918"/>
                  <a:pt x="3765" y="92683"/>
                  <a:pt x="8426" y="92683"/>
                </a:cubicBezTo>
                <a:cubicBezTo>
                  <a:pt x="13086" y="92683"/>
                  <a:pt x="16851" y="88918"/>
                  <a:pt x="16851" y="84257"/>
                </a:cubicBezTo>
                <a:lnTo>
                  <a:pt x="16851" y="58980"/>
                </a:lnTo>
                <a:close/>
                <a:moveTo>
                  <a:pt x="160088" y="50554"/>
                </a:moveTo>
                <a:cubicBezTo>
                  <a:pt x="155428" y="50554"/>
                  <a:pt x="151663" y="54319"/>
                  <a:pt x="151663" y="58980"/>
                </a:cubicBezTo>
                <a:lnTo>
                  <a:pt x="151663" y="84257"/>
                </a:lnTo>
                <a:cubicBezTo>
                  <a:pt x="151663" y="88918"/>
                  <a:pt x="155428" y="92683"/>
                  <a:pt x="160088" y="92683"/>
                </a:cubicBezTo>
                <a:cubicBezTo>
                  <a:pt x="164749" y="92683"/>
                  <a:pt x="168514" y="88918"/>
                  <a:pt x="168514" y="84257"/>
                </a:cubicBezTo>
                <a:lnTo>
                  <a:pt x="168514" y="58980"/>
                </a:lnTo>
                <a:cubicBezTo>
                  <a:pt x="168514" y="54319"/>
                  <a:pt x="164749" y="50554"/>
                  <a:pt x="160088" y="50554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545549" y="6434082"/>
            <a:ext cx="5246625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applies to AI too! All three components must work together.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33400"/>
            <a:ext cx="590550" cy="609600"/>
          </a:xfrm>
          <a:custGeom>
            <a:avLst/>
            <a:gdLst/>
            <a:ahLst/>
            <a:cxnLst/>
            <a:rect l="l" t="t" r="r" b="b"/>
            <a:pathLst>
              <a:path w="590550" h="60960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314325"/>
                </a:lnTo>
                <a:cubicBezTo>
                  <a:pt x="590550" y="477292"/>
                  <a:pt x="458242" y="609600"/>
                  <a:pt x="295275" y="609600"/>
                </a:cubicBezTo>
                <a:lnTo>
                  <a:pt x="295275" y="609600"/>
                </a:lnTo>
                <a:cubicBezTo>
                  <a:pt x="132308" y="609600"/>
                  <a:pt x="0" y="477292"/>
                  <a:pt x="0" y="31432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4591" y="695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405" y="6809"/>
                </a:moveTo>
                <a:lnTo>
                  <a:pt x="173180" y="56034"/>
                </a:lnTo>
                <a:lnTo>
                  <a:pt x="229716" y="112570"/>
                </a:lnTo>
                <a:lnTo>
                  <a:pt x="278941" y="63345"/>
                </a:lnTo>
                <a:cubicBezTo>
                  <a:pt x="283294" y="58936"/>
                  <a:pt x="285750" y="53020"/>
                  <a:pt x="285750" y="46881"/>
                </a:cubicBezTo>
                <a:cubicBezTo>
                  <a:pt x="285750" y="40742"/>
                  <a:pt x="283294" y="34826"/>
                  <a:pt x="278941" y="30417"/>
                </a:cubicBezTo>
                <a:lnTo>
                  <a:pt x="255333" y="6809"/>
                </a:lnTo>
                <a:cubicBezTo>
                  <a:pt x="250924" y="2456"/>
                  <a:pt x="245008" y="0"/>
                  <a:pt x="238869" y="0"/>
                </a:cubicBezTo>
                <a:cubicBezTo>
                  <a:pt x="232730" y="0"/>
                  <a:pt x="226814" y="2456"/>
                  <a:pt x="222405" y="6809"/>
                </a:cubicBezTo>
                <a:close/>
                <a:moveTo>
                  <a:pt x="154260" y="74954"/>
                </a:moveTo>
                <a:lnTo>
                  <a:pt x="6809" y="222405"/>
                </a:lnTo>
                <a:cubicBezTo>
                  <a:pt x="2456" y="226814"/>
                  <a:pt x="0" y="232730"/>
                  <a:pt x="0" y="238869"/>
                </a:cubicBezTo>
                <a:cubicBezTo>
                  <a:pt x="0" y="245008"/>
                  <a:pt x="2456" y="250924"/>
                  <a:pt x="6809" y="255333"/>
                </a:cubicBezTo>
                <a:lnTo>
                  <a:pt x="30417" y="278941"/>
                </a:lnTo>
                <a:cubicBezTo>
                  <a:pt x="34826" y="283294"/>
                  <a:pt x="40742" y="285750"/>
                  <a:pt x="46881" y="285750"/>
                </a:cubicBezTo>
                <a:cubicBezTo>
                  <a:pt x="53020" y="285750"/>
                  <a:pt x="58936" y="283294"/>
                  <a:pt x="63345" y="278941"/>
                </a:cubicBezTo>
                <a:lnTo>
                  <a:pt x="210796" y="131490"/>
                </a:lnTo>
                <a:lnTo>
                  <a:pt x="154260" y="7495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1569" y="381000"/>
            <a:ext cx="10915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Real-World Magic - Where You See This Every 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66850"/>
            <a:ext cx="2190750" cy="4324350"/>
          </a:xfrm>
          <a:custGeom>
            <a:avLst/>
            <a:gdLst/>
            <a:ahLst/>
            <a:cxnLst/>
            <a:rect l="l" t="t" r="r" b="b"/>
            <a:pathLst>
              <a:path w="2190750" h="43243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4171940"/>
                </a:lnTo>
                <a:cubicBezTo>
                  <a:pt x="2190750" y="4256114"/>
                  <a:pt x="2122514" y="4324350"/>
                  <a:pt x="2038340" y="4324350"/>
                </a:cubicBezTo>
                <a:lnTo>
                  <a:pt x="152410" y="4324350"/>
                </a:lnTo>
                <a:cubicBezTo>
                  <a:pt x="68236" y="4324350"/>
                  <a:pt x="0" y="4256114"/>
                  <a:pt x="0" y="41719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1000" y="14668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11461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35286" y="17907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00025" y="28575"/>
                </a:moveTo>
                <a:cubicBezTo>
                  <a:pt x="247352" y="28575"/>
                  <a:pt x="285750" y="66973"/>
                  <a:pt x="285750" y="114300"/>
                </a:cubicBezTo>
                <a:cubicBezTo>
                  <a:pt x="285750" y="161627"/>
                  <a:pt x="247352" y="200025"/>
                  <a:pt x="200025" y="200025"/>
                </a:cubicBezTo>
                <a:lnTo>
                  <a:pt x="85725" y="200025"/>
                </a:lnTo>
                <a:cubicBezTo>
                  <a:pt x="38398" y="200025"/>
                  <a:pt x="0" y="161627"/>
                  <a:pt x="0" y="114300"/>
                </a:cubicBezTo>
                <a:cubicBezTo>
                  <a:pt x="0" y="66973"/>
                  <a:pt x="38398" y="28575"/>
                  <a:pt x="85725" y="28575"/>
                </a:cubicBezTo>
                <a:lnTo>
                  <a:pt x="200025" y="28575"/>
                </a:lnTo>
                <a:close/>
                <a:moveTo>
                  <a:pt x="85725" y="78581"/>
                </a:moveTo>
                <a:cubicBezTo>
                  <a:pt x="79787" y="78581"/>
                  <a:pt x="75009" y="83359"/>
                  <a:pt x="75009" y="89297"/>
                </a:cubicBezTo>
                <a:lnTo>
                  <a:pt x="75009" y="103584"/>
                </a:lnTo>
                <a:lnTo>
                  <a:pt x="60722" y="103584"/>
                </a:lnTo>
                <a:cubicBezTo>
                  <a:pt x="54784" y="103584"/>
                  <a:pt x="50006" y="108362"/>
                  <a:pt x="50006" y="114300"/>
                </a:cubicBezTo>
                <a:cubicBezTo>
                  <a:pt x="50006" y="120238"/>
                  <a:pt x="54784" y="125016"/>
                  <a:pt x="60722" y="125016"/>
                </a:cubicBezTo>
                <a:lnTo>
                  <a:pt x="75009" y="125016"/>
                </a:lnTo>
                <a:lnTo>
                  <a:pt x="75009" y="139303"/>
                </a:lnTo>
                <a:cubicBezTo>
                  <a:pt x="75009" y="145241"/>
                  <a:pt x="79787" y="150019"/>
                  <a:pt x="85725" y="150019"/>
                </a:cubicBezTo>
                <a:cubicBezTo>
                  <a:pt x="91663" y="150019"/>
                  <a:pt x="96441" y="145241"/>
                  <a:pt x="96441" y="139303"/>
                </a:cubicBezTo>
                <a:lnTo>
                  <a:pt x="96441" y="125016"/>
                </a:lnTo>
                <a:lnTo>
                  <a:pt x="110728" y="125016"/>
                </a:lnTo>
                <a:cubicBezTo>
                  <a:pt x="116666" y="125016"/>
                  <a:pt x="121444" y="120238"/>
                  <a:pt x="121444" y="114300"/>
                </a:cubicBezTo>
                <a:cubicBezTo>
                  <a:pt x="121444" y="108362"/>
                  <a:pt x="116666" y="103584"/>
                  <a:pt x="110728" y="103584"/>
                </a:cubicBezTo>
                <a:lnTo>
                  <a:pt x="96441" y="103584"/>
                </a:lnTo>
                <a:lnTo>
                  <a:pt x="96441" y="89297"/>
                </a:lnTo>
                <a:cubicBezTo>
                  <a:pt x="96441" y="83359"/>
                  <a:pt x="91663" y="78581"/>
                  <a:pt x="85725" y="78581"/>
                </a:cubicBezTo>
                <a:close/>
                <a:moveTo>
                  <a:pt x="192881" y="121444"/>
                </a:moveTo>
                <a:cubicBezTo>
                  <a:pt x="184996" y="121444"/>
                  <a:pt x="178594" y="127846"/>
                  <a:pt x="178594" y="135731"/>
                </a:cubicBezTo>
                <a:cubicBezTo>
                  <a:pt x="178594" y="143617"/>
                  <a:pt x="184996" y="150019"/>
                  <a:pt x="192881" y="150019"/>
                </a:cubicBezTo>
                <a:cubicBezTo>
                  <a:pt x="200767" y="150019"/>
                  <a:pt x="207169" y="143617"/>
                  <a:pt x="207169" y="135731"/>
                </a:cubicBezTo>
                <a:cubicBezTo>
                  <a:pt x="207169" y="127846"/>
                  <a:pt x="200767" y="121444"/>
                  <a:pt x="192881" y="121444"/>
                </a:cubicBezTo>
                <a:close/>
                <a:moveTo>
                  <a:pt x="221456" y="78581"/>
                </a:moveTo>
                <a:cubicBezTo>
                  <a:pt x="213571" y="78581"/>
                  <a:pt x="207169" y="84983"/>
                  <a:pt x="207169" y="92869"/>
                </a:cubicBezTo>
                <a:cubicBezTo>
                  <a:pt x="207169" y="100754"/>
                  <a:pt x="213571" y="107156"/>
                  <a:pt x="221456" y="107156"/>
                </a:cubicBezTo>
                <a:cubicBezTo>
                  <a:pt x="229342" y="107156"/>
                  <a:pt x="235744" y="100754"/>
                  <a:pt x="235744" y="92869"/>
                </a:cubicBezTo>
                <a:cubicBezTo>
                  <a:pt x="235744" y="84983"/>
                  <a:pt x="229342" y="78581"/>
                  <a:pt x="221456" y="7858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0538" y="22479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🎮 Video Games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2757488"/>
            <a:ext cx="1885950" cy="533400"/>
          </a:xfrm>
          <a:custGeom>
            <a:avLst/>
            <a:gdLst/>
            <a:ahLst/>
            <a:cxnLst/>
            <a:rect l="l" t="t" r="r" b="b"/>
            <a:pathLst>
              <a:path w="1885950" h="533400">
                <a:moveTo>
                  <a:pt x="76202" y="0"/>
                </a:moveTo>
                <a:lnTo>
                  <a:pt x="1809748" y="0"/>
                </a:lnTo>
                <a:cubicBezTo>
                  <a:pt x="1851833" y="0"/>
                  <a:pt x="1885950" y="34117"/>
                  <a:pt x="1885950" y="76202"/>
                </a:cubicBezTo>
                <a:lnTo>
                  <a:pt x="1885950" y="457198"/>
                </a:lnTo>
                <a:cubicBezTo>
                  <a:pt x="1885950" y="499283"/>
                  <a:pt x="1851833" y="533400"/>
                  <a:pt x="18097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600" y="2833688"/>
            <a:ext cx="1800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Enemy AI decides: Attack or defend?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3662362"/>
            <a:ext cx="1885950" cy="457200"/>
          </a:xfrm>
          <a:custGeom>
            <a:avLst/>
            <a:gdLst/>
            <a:ahLst/>
            <a:cxnLst/>
            <a:rect l="l" t="t" r="r" b="b"/>
            <a:pathLst>
              <a:path w="1885950" h="457200">
                <a:moveTo>
                  <a:pt x="76202" y="0"/>
                </a:moveTo>
                <a:lnTo>
                  <a:pt x="1809748" y="0"/>
                </a:lnTo>
                <a:cubicBezTo>
                  <a:pt x="1851833" y="0"/>
                  <a:pt x="1885950" y="34117"/>
                  <a:pt x="1885950" y="76202"/>
                </a:cubicBezTo>
                <a:lnTo>
                  <a:pt x="1885950" y="380998"/>
                </a:lnTo>
                <a:cubicBezTo>
                  <a:pt x="1885950" y="423083"/>
                  <a:pt x="1851833" y="457200"/>
                  <a:pt x="1809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600" y="3738563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Weights: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Player health, distance, weapon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400" y="4491038"/>
            <a:ext cx="1885950" cy="304800"/>
          </a:xfrm>
          <a:custGeom>
            <a:avLst/>
            <a:gdLst/>
            <a:ahLst/>
            <a:cxnLst/>
            <a:rect l="l" t="t" r="r" b="b"/>
            <a:pathLst>
              <a:path w="1885950" h="304800">
                <a:moveTo>
                  <a:pt x="76200" y="0"/>
                </a:moveTo>
                <a:lnTo>
                  <a:pt x="1809750" y="0"/>
                </a:lnTo>
                <a:cubicBezTo>
                  <a:pt x="1851806" y="0"/>
                  <a:pt x="1885950" y="34144"/>
                  <a:pt x="1885950" y="76200"/>
                </a:cubicBezTo>
                <a:lnTo>
                  <a:pt x="1885950" y="228600"/>
                </a:lnTo>
                <a:cubicBezTo>
                  <a:pt x="1885950" y="270656"/>
                  <a:pt x="1851806" y="304800"/>
                  <a:pt x="18097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9600" y="4567238"/>
            <a:ext cx="1790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Difficulty setting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5167313"/>
            <a:ext cx="1885950" cy="304800"/>
          </a:xfrm>
          <a:custGeom>
            <a:avLst/>
            <a:gdLst/>
            <a:ahLst/>
            <a:cxnLst/>
            <a:rect l="l" t="t" r="r" b="b"/>
            <a:pathLst>
              <a:path w="1885950" h="304800">
                <a:moveTo>
                  <a:pt x="76200" y="0"/>
                </a:moveTo>
                <a:lnTo>
                  <a:pt x="1809750" y="0"/>
                </a:lnTo>
                <a:cubicBezTo>
                  <a:pt x="1851806" y="0"/>
                  <a:pt x="1885950" y="34144"/>
                  <a:pt x="1885950" y="76200"/>
                </a:cubicBezTo>
                <a:lnTo>
                  <a:pt x="1885950" y="228600"/>
                </a:lnTo>
                <a:cubicBezTo>
                  <a:pt x="1885950" y="270656"/>
                  <a:pt x="1851806" y="304800"/>
                  <a:pt x="18097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9600" y="5243513"/>
            <a:ext cx="1790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Activation: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Attack now? Yes/No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89771" y="1466850"/>
            <a:ext cx="2190750" cy="4324350"/>
          </a:xfrm>
          <a:custGeom>
            <a:avLst/>
            <a:gdLst/>
            <a:ahLst/>
            <a:cxnLst/>
            <a:rect l="l" t="t" r="r" b="b"/>
            <a:pathLst>
              <a:path w="2190750" h="43243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4171940"/>
                </a:lnTo>
                <a:cubicBezTo>
                  <a:pt x="2190750" y="4256114"/>
                  <a:pt x="2122514" y="4324350"/>
                  <a:pt x="2038340" y="4324350"/>
                </a:cubicBezTo>
                <a:lnTo>
                  <a:pt x="152410" y="4324350"/>
                </a:lnTo>
                <a:cubicBezTo>
                  <a:pt x="68236" y="4324350"/>
                  <a:pt x="0" y="4256114"/>
                  <a:pt x="0" y="41719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689771" y="14668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2038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01355" y="1790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99308" y="22479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📱 Your Phone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842171" y="2781300"/>
            <a:ext cx="1885950" cy="342900"/>
          </a:xfrm>
          <a:custGeom>
            <a:avLst/>
            <a:gdLst/>
            <a:ahLst/>
            <a:cxnLst/>
            <a:rect l="l" t="t" r="r" b="b"/>
            <a:pathLst>
              <a:path w="1885950" h="342900">
                <a:moveTo>
                  <a:pt x="76199" y="0"/>
                </a:moveTo>
                <a:lnTo>
                  <a:pt x="1809751" y="0"/>
                </a:lnTo>
                <a:cubicBezTo>
                  <a:pt x="1851834" y="0"/>
                  <a:pt x="1885950" y="34116"/>
                  <a:pt x="1885950" y="76199"/>
                </a:cubicBezTo>
                <a:lnTo>
                  <a:pt x="1885950" y="266701"/>
                </a:lnTo>
                <a:cubicBezTo>
                  <a:pt x="1885950" y="308784"/>
                  <a:pt x="1851834" y="342900"/>
                  <a:pt x="1809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18371" y="285750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ID unlocking your phone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842171" y="3543300"/>
            <a:ext cx="1885950" cy="457200"/>
          </a:xfrm>
          <a:custGeom>
            <a:avLst/>
            <a:gdLst/>
            <a:ahLst/>
            <a:cxnLst/>
            <a:rect l="l" t="t" r="r" b="b"/>
            <a:pathLst>
              <a:path w="1885950" h="457200">
                <a:moveTo>
                  <a:pt x="76202" y="0"/>
                </a:moveTo>
                <a:lnTo>
                  <a:pt x="1809748" y="0"/>
                </a:lnTo>
                <a:cubicBezTo>
                  <a:pt x="1851833" y="0"/>
                  <a:pt x="1885950" y="34117"/>
                  <a:pt x="1885950" y="76202"/>
                </a:cubicBezTo>
                <a:lnTo>
                  <a:pt x="1885950" y="380998"/>
                </a:lnTo>
                <a:cubicBezTo>
                  <a:pt x="1885950" y="423083"/>
                  <a:pt x="1851833" y="457200"/>
                  <a:pt x="1809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18371" y="361950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Weights: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Eye shape, nose, face oval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842171" y="4419600"/>
            <a:ext cx="1885950" cy="304800"/>
          </a:xfrm>
          <a:custGeom>
            <a:avLst/>
            <a:gdLst/>
            <a:ahLst/>
            <a:cxnLst/>
            <a:rect l="l" t="t" r="r" b="b"/>
            <a:pathLst>
              <a:path w="1885950" h="304800">
                <a:moveTo>
                  <a:pt x="76200" y="0"/>
                </a:moveTo>
                <a:lnTo>
                  <a:pt x="1809750" y="0"/>
                </a:lnTo>
                <a:cubicBezTo>
                  <a:pt x="1851806" y="0"/>
                  <a:pt x="1885950" y="34144"/>
                  <a:pt x="1885950" y="76200"/>
                </a:cubicBezTo>
                <a:lnTo>
                  <a:pt x="1885950" y="228600"/>
                </a:lnTo>
                <a:cubicBezTo>
                  <a:pt x="1885950" y="270656"/>
                  <a:pt x="1851806" y="304800"/>
                  <a:pt x="18097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18371" y="4495800"/>
            <a:ext cx="1790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Lighting conditions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842171" y="5143500"/>
            <a:ext cx="1885950" cy="304800"/>
          </a:xfrm>
          <a:custGeom>
            <a:avLst/>
            <a:gdLst/>
            <a:ahLst/>
            <a:cxnLst/>
            <a:rect l="l" t="t" r="r" b="b"/>
            <a:pathLst>
              <a:path w="1885950" h="304800">
                <a:moveTo>
                  <a:pt x="76200" y="0"/>
                </a:moveTo>
                <a:lnTo>
                  <a:pt x="1809750" y="0"/>
                </a:lnTo>
                <a:cubicBezTo>
                  <a:pt x="1851806" y="0"/>
                  <a:pt x="1885950" y="34144"/>
                  <a:pt x="1885950" y="76200"/>
                </a:cubicBezTo>
                <a:lnTo>
                  <a:pt x="1885950" y="228600"/>
                </a:lnTo>
                <a:cubicBezTo>
                  <a:pt x="1885950" y="270656"/>
                  <a:pt x="1851806" y="304800"/>
                  <a:pt x="18097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18371" y="5219700"/>
            <a:ext cx="1790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Activation: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this the owner?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98690" y="1466850"/>
            <a:ext cx="2190750" cy="4324350"/>
          </a:xfrm>
          <a:custGeom>
            <a:avLst/>
            <a:gdLst/>
            <a:ahLst/>
            <a:cxnLst/>
            <a:rect l="l" t="t" r="r" b="b"/>
            <a:pathLst>
              <a:path w="2190750" h="43243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4171940"/>
                </a:lnTo>
                <a:cubicBezTo>
                  <a:pt x="2190750" y="4256114"/>
                  <a:pt x="2122514" y="4324350"/>
                  <a:pt x="2038340" y="4324350"/>
                </a:cubicBezTo>
                <a:lnTo>
                  <a:pt x="152410" y="4324350"/>
                </a:lnTo>
                <a:cubicBezTo>
                  <a:pt x="68236" y="4324350"/>
                  <a:pt x="0" y="4256114"/>
                  <a:pt x="0" y="41719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98690" y="14668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29151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67264" y="1790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42863"/>
                </a:moveTo>
                <a:lnTo>
                  <a:pt x="285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28575" y="42863"/>
                </a:lnTo>
                <a:close/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cubicBezTo>
                  <a:pt x="257175" y="165780"/>
                  <a:pt x="244361" y="178594"/>
                  <a:pt x="228600" y="178594"/>
                </a:cubicBezTo>
                <a:lnTo>
                  <a:pt x="28575" y="178594"/>
                </a:lnTo>
                <a:cubicBezTo>
                  <a:pt x="12814" y="178594"/>
                  <a:pt x="0" y="165780"/>
                  <a:pt x="0" y="150019"/>
                </a:cubicBezTo>
                <a:lnTo>
                  <a:pt x="0" y="42863"/>
                </a:lnTo>
                <a:close/>
                <a:moveTo>
                  <a:pt x="71438" y="200025"/>
                </a:move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71438" y="228600"/>
                </a:lnTo>
                <a:cubicBezTo>
                  <a:pt x="63535" y="228600"/>
                  <a:pt x="57150" y="222215"/>
                  <a:pt x="57150" y="214313"/>
                </a:cubicBezTo>
                <a:cubicBezTo>
                  <a:pt x="57150" y="206410"/>
                  <a:pt x="63535" y="200025"/>
                  <a:pt x="71438" y="2000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08228" y="22479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🎬 Netflix/YouTube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51090" y="2781300"/>
            <a:ext cx="1885950" cy="342900"/>
          </a:xfrm>
          <a:custGeom>
            <a:avLst/>
            <a:gdLst/>
            <a:ahLst/>
            <a:cxnLst/>
            <a:rect l="l" t="t" r="r" b="b"/>
            <a:pathLst>
              <a:path w="1885950" h="342900">
                <a:moveTo>
                  <a:pt x="76199" y="0"/>
                </a:moveTo>
                <a:lnTo>
                  <a:pt x="1809751" y="0"/>
                </a:lnTo>
                <a:cubicBezTo>
                  <a:pt x="1851834" y="0"/>
                  <a:pt x="1885950" y="34116"/>
                  <a:pt x="1885950" y="76199"/>
                </a:cubicBezTo>
                <a:lnTo>
                  <a:pt x="1885950" y="266701"/>
                </a:lnTo>
                <a:cubicBezTo>
                  <a:pt x="1885950" y="308784"/>
                  <a:pt x="1851834" y="342900"/>
                  <a:pt x="1809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27290" y="285750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 might like this video!"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51090" y="3543300"/>
            <a:ext cx="1885950" cy="457200"/>
          </a:xfrm>
          <a:custGeom>
            <a:avLst/>
            <a:gdLst/>
            <a:ahLst/>
            <a:cxnLst/>
            <a:rect l="l" t="t" r="r" b="b"/>
            <a:pathLst>
              <a:path w="1885950" h="457200">
                <a:moveTo>
                  <a:pt x="76202" y="0"/>
                </a:moveTo>
                <a:lnTo>
                  <a:pt x="1809748" y="0"/>
                </a:lnTo>
                <a:cubicBezTo>
                  <a:pt x="1851833" y="0"/>
                  <a:pt x="1885950" y="34117"/>
                  <a:pt x="1885950" y="76202"/>
                </a:cubicBezTo>
                <a:lnTo>
                  <a:pt x="1885950" y="380998"/>
                </a:lnTo>
                <a:cubicBezTo>
                  <a:pt x="1885950" y="423083"/>
                  <a:pt x="1851833" y="457200"/>
                  <a:pt x="1809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27290" y="361950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Weights: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What you watched, how long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151090" y="4419600"/>
            <a:ext cx="1885950" cy="304800"/>
          </a:xfrm>
          <a:custGeom>
            <a:avLst/>
            <a:gdLst/>
            <a:ahLst/>
            <a:cxnLst/>
            <a:rect l="l" t="t" r="r" b="b"/>
            <a:pathLst>
              <a:path w="1885950" h="304800">
                <a:moveTo>
                  <a:pt x="76200" y="0"/>
                </a:moveTo>
                <a:lnTo>
                  <a:pt x="1809750" y="0"/>
                </a:lnTo>
                <a:cubicBezTo>
                  <a:pt x="1851806" y="0"/>
                  <a:pt x="1885950" y="34144"/>
                  <a:pt x="1885950" y="76200"/>
                </a:cubicBezTo>
                <a:lnTo>
                  <a:pt x="1885950" y="228600"/>
                </a:lnTo>
                <a:cubicBezTo>
                  <a:pt x="1885950" y="270656"/>
                  <a:pt x="1851806" y="304800"/>
                  <a:pt x="18097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27290" y="4495800"/>
            <a:ext cx="1790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Popular videos get boost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51090" y="5143500"/>
            <a:ext cx="1885950" cy="304800"/>
          </a:xfrm>
          <a:custGeom>
            <a:avLst/>
            <a:gdLst/>
            <a:ahLst/>
            <a:cxnLst/>
            <a:rect l="l" t="t" r="r" b="b"/>
            <a:pathLst>
              <a:path w="1885950" h="304800">
                <a:moveTo>
                  <a:pt x="76200" y="0"/>
                </a:moveTo>
                <a:lnTo>
                  <a:pt x="1809750" y="0"/>
                </a:lnTo>
                <a:cubicBezTo>
                  <a:pt x="1851806" y="0"/>
                  <a:pt x="1885950" y="34144"/>
                  <a:pt x="1885950" y="76200"/>
                </a:cubicBezTo>
                <a:lnTo>
                  <a:pt x="1885950" y="228600"/>
                </a:lnTo>
                <a:cubicBezTo>
                  <a:pt x="1885950" y="270656"/>
                  <a:pt x="1851806" y="304800"/>
                  <a:pt x="18097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27290" y="5219700"/>
            <a:ext cx="1790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Activation: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Probability you'll click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07461" y="1466850"/>
            <a:ext cx="2190750" cy="4324350"/>
          </a:xfrm>
          <a:custGeom>
            <a:avLst/>
            <a:gdLst/>
            <a:ahLst/>
            <a:cxnLst/>
            <a:rect l="l" t="t" r="r" b="b"/>
            <a:pathLst>
              <a:path w="2190750" h="43243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4171940"/>
                </a:lnTo>
                <a:cubicBezTo>
                  <a:pt x="2190750" y="4256114"/>
                  <a:pt x="2122514" y="4324350"/>
                  <a:pt x="2038340" y="4324350"/>
                </a:cubicBezTo>
                <a:lnTo>
                  <a:pt x="152410" y="4324350"/>
                </a:lnTo>
                <a:cubicBezTo>
                  <a:pt x="68236" y="4324350"/>
                  <a:pt x="0" y="4256114"/>
                  <a:pt x="0" y="41719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307461" y="14668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138071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290471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0365" y="52417"/>
                </a:moveTo>
                <a:lnTo>
                  <a:pt x="48711" y="85725"/>
                </a:lnTo>
                <a:lnTo>
                  <a:pt x="179889" y="85725"/>
                </a:lnTo>
                <a:lnTo>
                  <a:pt x="168235" y="52417"/>
                </a:lnTo>
                <a:cubicBezTo>
                  <a:pt x="166226" y="46702"/>
                  <a:pt x="160824" y="42863"/>
                  <a:pt x="154751" y="42863"/>
                </a:cubicBezTo>
                <a:lnTo>
                  <a:pt x="73849" y="42863"/>
                </a:lnTo>
                <a:cubicBezTo>
                  <a:pt x="67776" y="42863"/>
                  <a:pt x="62374" y="46702"/>
                  <a:pt x="60365" y="52417"/>
                </a:cubicBezTo>
                <a:close/>
                <a:moveTo>
                  <a:pt x="17681" y="87868"/>
                </a:moveTo>
                <a:lnTo>
                  <a:pt x="33397" y="42996"/>
                </a:lnTo>
                <a:cubicBezTo>
                  <a:pt x="39425" y="25807"/>
                  <a:pt x="55632" y="14288"/>
                  <a:pt x="73849" y="14288"/>
                </a:cubicBezTo>
                <a:lnTo>
                  <a:pt x="154751" y="14288"/>
                </a:lnTo>
                <a:cubicBezTo>
                  <a:pt x="172968" y="14288"/>
                  <a:pt x="189175" y="25807"/>
                  <a:pt x="195203" y="42996"/>
                </a:cubicBezTo>
                <a:lnTo>
                  <a:pt x="210919" y="87868"/>
                </a:lnTo>
                <a:cubicBezTo>
                  <a:pt x="221278" y="92154"/>
                  <a:pt x="228600" y="102379"/>
                  <a:pt x="228600" y="11430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200025" y="214313"/>
                </a:lnTo>
                <a:cubicBezTo>
                  <a:pt x="192122" y="214313"/>
                  <a:pt x="185738" y="207928"/>
                  <a:pt x="185738" y="200025"/>
                </a:cubicBezTo>
                <a:lnTo>
                  <a:pt x="185738" y="185738"/>
                </a:lnTo>
                <a:lnTo>
                  <a:pt x="42863" y="185738"/>
                </a:lnTo>
                <a:lnTo>
                  <a:pt x="42863" y="200025"/>
                </a:lnTo>
                <a:cubicBezTo>
                  <a:pt x="42863" y="207928"/>
                  <a:pt x="36478" y="214313"/>
                  <a:pt x="28575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14300"/>
                </a:lnTo>
                <a:cubicBezTo>
                  <a:pt x="0" y="102379"/>
                  <a:pt x="7322" y="92154"/>
                  <a:pt x="17681" y="87868"/>
                </a:cubicBezTo>
                <a:close/>
                <a:moveTo>
                  <a:pt x="57150" y="135731"/>
                </a:moveTo>
                <a:cubicBezTo>
                  <a:pt x="57150" y="127846"/>
                  <a:pt x="50748" y="121444"/>
                  <a:pt x="42863" y="121444"/>
                </a:cubicBezTo>
                <a:cubicBezTo>
                  <a:pt x="34977" y="121444"/>
                  <a:pt x="28575" y="127846"/>
                  <a:pt x="28575" y="135731"/>
                </a:cubicBezTo>
                <a:cubicBezTo>
                  <a:pt x="28575" y="143617"/>
                  <a:pt x="34977" y="150019"/>
                  <a:pt x="42863" y="150019"/>
                </a:cubicBezTo>
                <a:cubicBezTo>
                  <a:pt x="50748" y="150019"/>
                  <a:pt x="57150" y="143617"/>
                  <a:pt x="57150" y="135731"/>
                </a:cubicBezTo>
                <a:close/>
                <a:moveTo>
                  <a:pt x="185738" y="150019"/>
                </a:moveTo>
                <a:cubicBezTo>
                  <a:pt x="193623" y="150019"/>
                  <a:pt x="200025" y="143617"/>
                  <a:pt x="200025" y="135731"/>
                </a:cubicBezTo>
                <a:cubicBezTo>
                  <a:pt x="200025" y="127846"/>
                  <a:pt x="193623" y="121444"/>
                  <a:pt x="185738" y="121444"/>
                </a:cubicBezTo>
                <a:cubicBezTo>
                  <a:pt x="177852" y="121444"/>
                  <a:pt x="171450" y="127846"/>
                  <a:pt x="171450" y="135731"/>
                </a:cubicBezTo>
                <a:cubicBezTo>
                  <a:pt x="171450" y="143617"/>
                  <a:pt x="177852" y="150019"/>
                  <a:pt x="185738" y="15001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16998" y="22479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🚗 Self-Driving Cars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59861" y="2762250"/>
            <a:ext cx="1885950" cy="342900"/>
          </a:xfrm>
          <a:custGeom>
            <a:avLst/>
            <a:gdLst/>
            <a:ahLst/>
            <a:cxnLst/>
            <a:rect l="l" t="t" r="r" b="b"/>
            <a:pathLst>
              <a:path w="1885950" h="342900">
                <a:moveTo>
                  <a:pt x="76199" y="0"/>
                </a:moveTo>
                <a:lnTo>
                  <a:pt x="1809751" y="0"/>
                </a:lnTo>
                <a:cubicBezTo>
                  <a:pt x="1851834" y="0"/>
                  <a:pt x="1885950" y="34116"/>
                  <a:pt x="1885950" y="76199"/>
                </a:cubicBezTo>
                <a:lnTo>
                  <a:pt x="1885950" y="266701"/>
                </a:lnTo>
                <a:cubicBezTo>
                  <a:pt x="1885950" y="308784"/>
                  <a:pt x="1851834" y="342900"/>
                  <a:pt x="1809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536061" y="283845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Deciding to stop at red light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59861" y="3486150"/>
            <a:ext cx="1885950" cy="457200"/>
          </a:xfrm>
          <a:custGeom>
            <a:avLst/>
            <a:gdLst/>
            <a:ahLst/>
            <a:cxnLst/>
            <a:rect l="l" t="t" r="r" b="b"/>
            <a:pathLst>
              <a:path w="1885950" h="457200">
                <a:moveTo>
                  <a:pt x="76202" y="0"/>
                </a:moveTo>
                <a:lnTo>
                  <a:pt x="1809748" y="0"/>
                </a:lnTo>
                <a:cubicBezTo>
                  <a:pt x="1851833" y="0"/>
                  <a:pt x="1885950" y="34117"/>
                  <a:pt x="1885950" y="76202"/>
                </a:cubicBezTo>
                <a:lnTo>
                  <a:pt x="1885950" y="380998"/>
                </a:lnTo>
                <a:cubicBezTo>
                  <a:pt x="1885950" y="423083"/>
                  <a:pt x="1851833" y="457200"/>
                  <a:pt x="1809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36061" y="356235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Weights: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Light color, sign shape, cars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459861" y="4324350"/>
            <a:ext cx="1885950" cy="304800"/>
          </a:xfrm>
          <a:custGeom>
            <a:avLst/>
            <a:gdLst/>
            <a:ahLst/>
            <a:cxnLst/>
            <a:rect l="l" t="t" r="r" b="b"/>
            <a:pathLst>
              <a:path w="1885950" h="304800">
                <a:moveTo>
                  <a:pt x="76200" y="0"/>
                </a:moveTo>
                <a:lnTo>
                  <a:pt x="1809750" y="0"/>
                </a:lnTo>
                <a:cubicBezTo>
                  <a:pt x="1851806" y="0"/>
                  <a:pt x="1885950" y="34144"/>
                  <a:pt x="1885950" y="76200"/>
                </a:cubicBezTo>
                <a:lnTo>
                  <a:pt x="1885950" y="228600"/>
                </a:lnTo>
                <a:cubicBezTo>
                  <a:pt x="1885950" y="270656"/>
                  <a:pt x="1851806" y="304800"/>
                  <a:pt x="18097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36061" y="4400550"/>
            <a:ext cx="1790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"Always be cautious"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459861" y="5010150"/>
            <a:ext cx="1885950" cy="457200"/>
          </a:xfrm>
          <a:custGeom>
            <a:avLst/>
            <a:gdLst/>
            <a:ahLst/>
            <a:cxnLst/>
            <a:rect l="l" t="t" r="r" b="b"/>
            <a:pathLst>
              <a:path w="1885950" h="457200">
                <a:moveTo>
                  <a:pt x="76202" y="0"/>
                </a:moveTo>
                <a:lnTo>
                  <a:pt x="1809748" y="0"/>
                </a:lnTo>
                <a:cubicBezTo>
                  <a:pt x="1851833" y="0"/>
                  <a:pt x="1885950" y="34117"/>
                  <a:pt x="1885950" y="76202"/>
                </a:cubicBezTo>
                <a:lnTo>
                  <a:pt x="1885950" y="380998"/>
                </a:lnTo>
                <a:cubicBezTo>
                  <a:pt x="1885950" y="423083"/>
                  <a:pt x="1851833" y="457200"/>
                  <a:pt x="1809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536061" y="508635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Activation: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Brake hard or keep going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616380" y="1466850"/>
            <a:ext cx="2190750" cy="4324350"/>
          </a:xfrm>
          <a:custGeom>
            <a:avLst/>
            <a:gdLst/>
            <a:ahLst/>
            <a:cxnLst/>
            <a:rect l="l" t="t" r="r" b="b"/>
            <a:pathLst>
              <a:path w="2190750" h="432435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4171940"/>
                </a:lnTo>
                <a:cubicBezTo>
                  <a:pt x="2190750" y="4256114"/>
                  <a:pt x="2122514" y="4324350"/>
                  <a:pt x="2038340" y="4324350"/>
                </a:cubicBezTo>
                <a:lnTo>
                  <a:pt x="152410" y="4324350"/>
                </a:lnTo>
                <a:cubicBezTo>
                  <a:pt x="68236" y="4324350"/>
                  <a:pt x="0" y="4256114"/>
                  <a:pt x="0" y="41719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616380" y="14668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0446841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0599241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8176"/>
                </a:moveTo>
                <a:lnTo>
                  <a:pt x="107603" y="38889"/>
                </a:lnTo>
                <a:cubicBezTo>
                  <a:pt x="96441" y="23440"/>
                  <a:pt x="78537" y="14288"/>
                  <a:pt x="59427" y="14288"/>
                </a:cubicBezTo>
                <a:cubicBezTo>
                  <a:pt x="26610" y="14288"/>
                  <a:pt x="0" y="40898"/>
                  <a:pt x="0" y="73715"/>
                </a:cubicBezTo>
                <a:lnTo>
                  <a:pt x="0" y="74875"/>
                </a:lnTo>
                <a:cubicBezTo>
                  <a:pt x="0" y="85412"/>
                  <a:pt x="2768" y="96307"/>
                  <a:pt x="7412" y="107156"/>
                </a:cubicBezTo>
                <a:lnTo>
                  <a:pt x="54739" y="107156"/>
                </a:lnTo>
                <a:cubicBezTo>
                  <a:pt x="56168" y="107156"/>
                  <a:pt x="57463" y="106308"/>
                  <a:pt x="58043" y="104968"/>
                </a:cubicBezTo>
                <a:lnTo>
                  <a:pt x="72241" y="70902"/>
                </a:lnTo>
                <a:cubicBezTo>
                  <a:pt x="73893" y="66973"/>
                  <a:pt x="77733" y="64383"/>
                  <a:pt x="81975" y="64294"/>
                </a:cubicBezTo>
                <a:cubicBezTo>
                  <a:pt x="86216" y="64204"/>
                  <a:pt x="90145" y="66705"/>
                  <a:pt x="91886" y="70589"/>
                </a:cubicBezTo>
                <a:lnTo>
                  <a:pt x="114791" y="121444"/>
                </a:lnTo>
                <a:lnTo>
                  <a:pt x="133276" y="84475"/>
                </a:lnTo>
                <a:cubicBezTo>
                  <a:pt x="135106" y="80858"/>
                  <a:pt x="138812" y="78537"/>
                  <a:pt x="142875" y="78537"/>
                </a:cubicBezTo>
                <a:cubicBezTo>
                  <a:pt x="146938" y="78537"/>
                  <a:pt x="150644" y="80814"/>
                  <a:pt x="152474" y="84475"/>
                </a:cubicBezTo>
                <a:lnTo>
                  <a:pt x="162833" y="105147"/>
                </a:lnTo>
                <a:cubicBezTo>
                  <a:pt x="163458" y="106353"/>
                  <a:pt x="164663" y="107112"/>
                  <a:pt x="166048" y="107112"/>
                </a:cubicBezTo>
                <a:lnTo>
                  <a:pt x="221233" y="107112"/>
                </a:lnTo>
                <a:cubicBezTo>
                  <a:pt x="225921" y="96262"/>
                  <a:pt x="228645" y="85368"/>
                  <a:pt x="228645" y="74831"/>
                </a:cubicBezTo>
                <a:lnTo>
                  <a:pt x="228645" y="73670"/>
                </a:lnTo>
                <a:cubicBezTo>
                  <a:pt x="228600" y="40898"/>
                  <a:pt x="201990" y="14288"/>
                  <a:pt x="169173" y="14288"/>
                </a:cubicBezTo>
                <a:cubicBezTo>
                  <a:pt x="150108" y="14288"/>
                  <a:pt x="132159" y="23440"/>
                  <a:pt x="120997" y="38889"/>
                </a:cubicBezTo>
                <a:lnTo>
                  <a:pt x="114300" y="48131"/>
                </a:lnTo>
                <a:close/>
                <a:moveTo>
                  <a:pt x="209669" y="128588"/>
                </a:moveTo>
                <a:lnTo>
                  <a:pt x="166003" y="128588"/>
                </a:lnTo>
                <a:cubicBezTo>
                  <a:pt x="156537" y="128588"/>
                  <a:pt x="147876" y="123230"/>
                  <a:pt x="143634" y="114746"/>
                </a:cubicBezTo>
                <a:lnTo>
                  <a:pt x="142875" y="113228"/>
                </a:lnTo>
                <a:lnTo>
                  <a:pt x="123899" y="151224"/>
                </a:lnTo>
                <a:cubicBezTo>
                  <a:pt x="122069" y="154930"/>
                  <a:pt x="118229" y="157252"/>
                  <a:pt x="114077" y="157163"/>
                </a:cubicBezTo>
                <a:cubicBezTo>
                  <a:pt x="109924" y="157073"/>
                  <a:pt x="106219" y="154618"/>
                  <a:pt x="104522" y="150867"/>
                </a:cubicBezTo>
                <a:lnTo>
                  <a:pt x="82510" y="101977"/>
                </a:lnTo>
                <a:lnTo>
                  <a:pt x="77822" y="113228"/>
                </a:lnTo>
                <a:cubicBezTo>
                  <a:pt x="73938" y="122560"/>
                  <a:pt x="64830" y="128632"/>
                  <a:pt x="54739" y="128632"/>
                </a:cubicBezTo>
                <a:lnTo>
                  <a:pt x="18931" y="128632"/>
                </a:lnTo>
                <a:cubicBezTo>
                  <a:pt x="40005" y="161583"/>
                  <a:pt x="73849" y="191899"/>
                  <a:pt x="95012" y="208062"/>
                </a:cubicBezTo>
                <a:cubicBezTo>
                  <a:pt x="100548" y="212259"/>
                  <a:pt x="107335" y="214357"/>
                  <a:pt x="114255" y="214357"/>
                </a:cubicBezTo>
                <a:cubicBezTo>
                  <a:pt x="121176" y="214357"/>
                  <a:pt x="128007" y="212303"/>
                  <a:pt x="133499" y="208062"/>
                </a:cubicBezTo>
                <a:cubicBezTo>
                  <a:pt x="154751" y="191854"/>
                  <a:pt x="188595" y="161538"/>
                  <a:pt x="209669" y="1285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725918" y="22479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🏥 Medical Diagnosis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768780" y="2781300"/>
            <a:ext cx="1885950" cy="342900"/>
          </a:xfrm>
          <a:custGeom>
            <a:avLst/>
            <a:gdLst/>
            <a:ahLst/>
            <a:cxnLst/>
            <a:rect l="l" t="t" r="r" b="b"/>
            <a:pathLst>
              <a:path w="1885950" h="342900">
                <a:moveTo>
                  <a:pt x="76199" y="0"/>
                </a:moveTo>
                <a:lnTo>
                  <a:pt x="1809751" y="0"/>
                </a:lnTo>
                <a:cubicBezTo>
                  <a:pt x="1851834" y="0"/>
                  <a:pt x="1885950" y="34116"/>
                  <a:pt x="1885950" y="76199"/>
                </a:cubicBezTo>
                <a:lnTo>
                  <a:pt x="1885950" y="266701"/>
                </a:lnTo>
                <a:cubicBezTo>
                  <a:pt x="1885950" y="308784"/>
                  <a:pt x="1851834" y="342900"/>
                  <a:pt x="1809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844980" y="285750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Detecting diseases in X-rays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768780" y="3543300"/>
            <a:ext cx="1885950" cy="457200"/>
          </a:xfrm>
          <a:custGeom>
            <a:avLst/>
            <a:gdLst/>
            <a:ahLst/>
            <a:cxnLst/>
            <a:rect l="l" t="t" r="r" b="b"/>
            <a:pathLst>
              <a:path w="1885950" h="457200">
                <a:moveTo>
                  <a:pt x="76202" y="0"/>
                </a:moveTo>
                <a:lnTo>
                  <a:pt x="1809748" y="0"/>
                </a:lnTo>
                <a:cubicBezTo>
                  <a:pt x="1851833" y="0"/>
                  <a:pt x="1885950" y="34117"/>
                  <a:pt x="1885950" y="76202"/>
                </a:cubicBezTo>
                <a:lnTo>
                  <a:pt x="1885950" y="380998"/>
                </a:lnTo>
                <a:cubicBezTo>
                  <a:pt x="1885950" y="423083"/>
                  <a:pt x="1851833" y="457200"/>
                  <a:pt x="1809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844980" y="361950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Weights: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Dark spots, unusual shapes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768780" y="4419600"/>
            <a:ext cx="1885950" cy="304800"/>
          </a:xfrm>
          <a:custGeom>
            <a:avLst/>
            <a:gdLst/>
            <a:ahLst/>
            <a:cxnLst/>
            <a:rect l="l" t="t" r="r" b="b"/>
            <a:pathLst>
              <a:path w="1885950" h="304800">
                <a:moveTo>
                  <a:pt x="76200" y="0"/>
                </a:moveTo>
                <a:lnTo>
                  <a:pt x="1809750" y="0"/>
                </a:lnTo>
                <a:cubicBezTo>
                  <a:pt x="1851806" y="0"/>
                  <a:pt x="1885950" y="34144"/>
                  <a:pt x="1885950" y="76200"/>
                </a:cubicBezTo>
                <a:lnTo>
                  <a:pt x="1885950" y="228600"/>
                </a:lnTo>
                <a:cubicBezTo>
                  <a:pt x="1885950" y="270656"/>
                  <a:pt x="1851806" y="304800"/>
                  <a:pt x="18097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844980" y="4495800"/>
            <a:ext cx="1790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Bias: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Patient age and symptoms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768780" y="5143500"/>
            <a:ext cx="1885950" cy="304800"/>
          </a:xfrm>
          <a:custGeom>
            <a:avLst/>
            <a:gdLst/>
            <a:ahLst/>
            <a:cxnLst/>
            <a:rect l="l" t="t" r="r" b="b"/>
            <a:pathLst>
              <a:path w="1885950" h="304800">
                <a:moveTo>
                  <a:pt x="76200" y="0"/>
                </a:moveTo>
                <a:lnTo>
                  <a:pt x="1809750" y="0"/>
                </a:lnTo>
                <a:cubicBezTo>
                  <a:pt x="1851806" y="0"/>
                  <a:pt x="1885950" y="34144"/>
                  <a:pt x="1885950" y="76200"/>
                </a:cubicBezTo>
                <a:lnTo>
                  <a:pt x="1885950" y="228600"/>
                </a:lnTo>
                <a:cubicBezTo>
                  <a:pt x="1885950" y="270656"/>
                  <a:pt x="1851806" y="304800"/>
                  <a:pt x="18097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844980" y="5219700"/>
            <a:ext cx="1790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Activation:</a:t>
            </a: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Probability of disease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81000" y="59055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152402" y="0"/>
                </a:moveTo>
                <a:lnTo>
                  <a:pt x="11277598" y="0"/>
                </a:lnTo>
                <a:cubicBezTo>
                  <a:pt x="11361767" y="0"/>
                  <a:pt x="11430000" y="68233"/>
                  <a:pt x="11430000" y="152402"/>
                </a:cubicBezTo>
                <a:lnTo>
                  <a:pt x="11430000" y="419098"/>
                </a:lnTo>
                <a:cubicBezTo>
                  <a:pt x="11430000" y="503267"/>
                  <a:pt x="11361767" y="571500"/>
                  <a:pt x="11277598" y="571500"/>
                </a:cubicBezTo>
                <a:lnTo>
                  <a:pt x="152402" y="571500"/>
                </a:lnTo>
                <a:cubicBezTo>
                  <a:pt x="68233" y="571500"/>
                  <a:pt x="0" y="503267"/>
                  <a:pt x="0" y="419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50000">
                <a:srgbClr val="FFD93D"/>
              </a:gs>
              <a:gs pos="100000">
                <a:srgbClr val="4ECDC4"/>
              </a:gs>
            </a:gsLst>
            <a:lin ang="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856905" y="60960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66763" y="6057900"/>
            <a:ext cx="1093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around you, AI is using weights, bias, and activation functions to make decisions!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8258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Deep Learning - Layers Upon Layers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43000"/>
            <a:ext cx="5638800" cy="866775"/>
          </a:xfrm>
          <a:custGeom>
            <a:avLst/>
            <a:gdLst/>
            <a:ahLst/>
            <a:cxnLst/>
            <a:rect l="l" t="t" r="r" b="b"/>
            <a:pathLst>
              <a:path w="5638800" h="866775">
                <a:moveTo>
                  <a:pt x="152396" y="0"/>
                </a:moveTo>
                <a:lnTo>
                  <a:pt x="5486404" y="0"/>
                </a:lnTo>
                <a:cubicBezTo>
                  <a:pt x="5570570" y="0"/>
                  <a:pt x="5638800" y="68230"/>
                  <a:pt x="5638800" y="152396"/>
                </a:cubicBezTo>
                <a:lnTo>
                  <a:pt x="5638800" y="714379"/>
                </a:lnTo>
                <a:cubicBezTo>
                  <a:pt x="5638800" y="798545"/>
                  <a:pt x="5570570" y="866775"/>
                  <a:pt x="5486404" y="866775"/>
                </a:cubicBezTo>
                <a:lnTo>
                  <a:pt x="152396" y="866775"/>
                </a:lnTo>
                <a:cubicBezTo>
                  <a:pt x="68230" y="866775"/>
                  <a:pt x="0" y="798545"/>
                  <a:pt x="0" y="71437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100000">
                <a:srgbClr val="FFD93D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400" y="1295400"/>
            <a:ext cx="5419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 one neuron making one decision? </a:t>
            </a: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AI uses THOUSANDS of them in LAYERS!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2157413"/>
            <a:ext cx="5619750" cy="4381500"/>
          </a:xfrm>
          <a:custGeom>
            <a:avLst/>
            <a:gdLst/>
            <a:ahLst/>
            <a:cxnLst/>
            <a:rect l="l" t="t" r="r" b="b"/>
            <a:pathLst>
              <a:path w="5619750" h="4381500">
                <a:moveTo>
                  <a:pt x="38100" y="0"/>
                </a:moveTo>
                <a:lnTo>
                  <a:pt x="5467361" y="0"/>
                </a:lnTo>
                <a:cubicBezTo>
                  <a:pt x="5551467" y="0"/>
                  <a:pt x="5619750" y="68283"/>
                  <a:pt x="5619750" y="152389"/>
                </a:cubicBezTo>
                <a:lnTo>
                  <a:pt x="5619750" y="4229111"/>
                </a:lnTo>
                <a:cubicBezTo>
                  <a:pt x="5619750" y="4313273"/>
                  <a:pt x="5551523" y="4381500"/>
                  <a:pt x="5467361" y="4381500"/>
                </a:cubicBezTo>
                <a:lnTo>
                  <a:pt x="38100" y="4381500"/>
                </a:lnTo>
                <a:cubicBezTo>
                  <a:pt x="17072" y="4381500"/>
                  <a:pt x="0" y="4364428"/>
                  <a:pt x="0" y="434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0050" y="2157413"/>
            <a:ext cx="38100" cy="4381500"/>
          </a:xfrm>
          <a:custGeom>
            <a:avLst/>
            <a:gdLst/>
            <a:ahLst/>
            <a:cxnLst/>
            <a:rect l="l" t="t" r="r" b="b"/>
            <a:pathLst>
              <a:path w="38100" h="4381500">
                <a:moveTo>
                  <a:pt x="38100" y="0"/>
                </a:moveTo>
                <a:lnTo>
                  <a:pt x="38100" y="0"/>
                </a:lnTo>
                <a:lnTo>
                  <a:pt x="38100" y="4381500"/>
                </a:lnTo>
                <a:lnTo>
                  <a:pt x="38100" y="4381500"/>
                </a:lnTo>
                <a:cubicBezTo>
                  <a:pt x="17072" y="4381500"/>
                  <a:pt x="0" y="4364428"/>
                  <a:pt x="0" y="434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1500" y="2309813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Layers Work: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550" y="2690813"/>
            <a:ext cx="5276850" cy="762000"/>
          </a:xfrm>
          <a:custGeom>
            <a:avLst/>
            <a:gdLst/>
            <a:ahLst/>
            <a:cxnLst/>
            <a:rect l="l" t="t" r="r" b="b"/>
            <a:pathLst>
              <a:path w="5276850" h="762000">
                <a:moveTo>
                  <a:pt x="38100" y="0"/>
                </a:moveTo>
                <a:lnTo>
                  <a:pt x="5162550" y="0"/>
                </a:lnTo>
                <a:cubicBezTo>
                  <a:pt x="5225634" y="0"/>
                  <a:pt x="5276850" y="51216"/>
                  <a:pt x="5276850" y="114300"/>
                </a:cubicBezTo>
                <a:lnTo>
                  <a:pt x="5276850" y="647700"/>
                </a:lnTo>
                <a:cubicBezTo>
                  <a:pt x="5276850" y="710784"/>
                  <a:pt x="5225634" y="762000"/>
                  <a:pt x="51625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0550" y="2690813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23900" y="28051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80511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900" y="2843213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Layer 1: Simple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" y="3148013"/>
            <a:ext cx="471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lines, edges, colors. "This has pointy things"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0550" y="3529013"/>
            <a:ext cx="5276850" cy="762000"/>
          </a:xfrm>
          <a:custGeom>
            <a:avLst/>
            <a:gdLst/>
            <a:ahLst/>
            <a:cxnLst/>
            <a:rect l="l" t="t" r="r" b="b"/>
            <a:pathLst>
              <a:path w="5276850" h="762000">
                <a:moveTo>
                  <a:pt x="38100" y="0"/>
                </a:moveTo>
                <a:lnTo>
                  <a:pt x="5162550" y="0"/>
                </a:lnTo>
                <a:cubicBezTo>
                  <a:pt x="5225634" y="0"/>
                  <a:pt x="5276850" y="51216"/>
                  <a:pt x="5276850" y="114300"/>
                </a:cubicBezTo>
                <a:lnTo>
                  <a:pt x="5276850" y="647700"/>
                </a:lnTo>
                <a:cubicBezTo>
                  <a:pt x="5276850" y="710784"/>
                  <a:pt x="5225634" y="762000"/>
                  <a:pt x="51625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0550" y="3529013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3900" y="36433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64331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" y="3681413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Layer 2: Combinations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" y="3986213"/>
            <a:ext cx="471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simple features. "Pointy things + furry = Ears!"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0550" y="4367213"/>
            <a:ext cx="5276850" cy="762000"/>
          </a:xfrm>
          <a:custGeom>
            <a:avLst/>
            <a:gdLst/>
            <a:ahLst/>
            <a:cxnLst/>
            <a:rect l="l" t="t" r="r" b="b"/>
            <a:pathLst>
              <a:path w="5276850" h="762000">
                <a:moveTo>
                  <a:pt x="38100" y="0"/>
                </a:moveTo>
                <a:lnTo>
                  <a:pt x="5162550" y="0"/>
                </a:lnTo>
                <a:cubicBezTo>
                  <a:pt x="5225634" y="0"/>
                  <a:pt x="5276850" y="51216"/>
                  <a:pt x="5276850" y="114300"/>
                </a:cubicBezTo>
                <a:lnTo>
                  <a:pt x="5276850" y="647700"/>
                </a:lnTo>
                <a:cubicBezTo>
                  <a:pt x="5276850" y="710784"/>
                  <a:pt x="5225634" y="762000"/>
                  <a:pt x="51625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0550" y="4367213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3900" y="44815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48151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4900" y="4519613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Layer 3: Objects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" y="4824413"/>
            <a:ext cx="471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Recognizes whole objects. "Ears + whiskers = Cat face!"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0550" y="5205413"/>
            <a:ext cx="5276850" cy="762000"/>
          </a:xfrm>
          <a:custGeom>
            <a:avLst/>
            <a:gdLst/>
            <a:ahLst/>
            <a:cxnLst/>
            <a:rect l="l" t="t" r="r" b="b"/>
            <a:pathLst>
              <a:path w="5276850" h="762000">
                <a:moveTo>
                  <a:pt x="38100" y="0"/>
                </a:moveTo>
                <a:lnTo>
                  <a:pt x="5162550" y="0"/>
                </a:lnTo>
                <a:cubicBezTo>
                  <a:pt x="5225634" y="0"/>
                  <a:pt x="5276850" y="51216"/>
                  <a:pt x="5276850" y="114300"/>
                </a:cubicBezTo>
                <a:lnTo>
                  <a:pt x="5276850" y="647700"/>
                </a:lnTo>
                <a:cubicBezTo>
                  <a:pt x="5276850" y="710784"/>
                  <a:pt x="5225634" y="762000"/>
                  <a:pt x="51625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0550" y="5205413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3900" y="53197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531971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4900" y="5357813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Layer 4: Context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4900" y="5662613"/>
            <a:ext cx="471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Understands bigger picture. "Cat face + couch = House cat!"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" y="6043613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114299" y="0"/>
                </a:moveTo>
                <a:lnTo>
                  <a:pt x="5181601" y="0"/>
                </a:lnTo>
                <a:cubicBezTo>
                  <a:pt x="5244727" y="0"/>
                  <a:pt x="5295900" y="51173"/>
                  <a:pt x="5295900" y="114299"/>
                </a:cubicBezTo>
                <a:lnTo>
                  <a:pt x="5295900" y="228601"/>
                </a:lnTo>
                <a:cubicBezTo>
                  <a:pt x="5295900" y="291727"/>
                  <a:pt x="5244727" y="342900"/>
                  <a:pt x="5181601" y="342900"/>
                </a:cubicBezTo>
                <a:lnTo>
                  <a:pt x="114299" y="342900"/>
                </a:lnTo>
                <a:cubicBezTo>
                  <a:pt x="51173" y="342900"/>
                  <a:pt x="0" y="291727"/>
                  <a:pt x="0" y="2286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273969" y="614838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2963" y="6119813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layer has its own weights, biases, and activation functions!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2200" y="1143000"/>
            <a:ext cx="5638800" cy="1743075"/>
          </a:xfrm>
          <a:custGeom>
            <a:avLst/>
            <a:gdLst/>
            <a:ahLst/>
            <a:cxnLst/>
            <a:rect l="l" t="t" r="r" b="b"/>
            <a:pathLst>
              <a:path w="5638800" h="1743075">
                <a:moveTo>
                  <a:pt x="152397" y="0"/>
                </a:moveTo>
                <a:lnTo>
                  <a:pt x="5486403" y="0"/>
                </a:lnTo>
                <a:cubicBezTo>
                  <a:pt x="5570570" y="0"/>
                  <a:pt x="5638800" y="68230"/>
                  <a:pt x="5638800" y="152397"/>
                </a:cubicBezTo>
                <a:lnTo>
                  <a:pt x="5638800" y="1590678"/>
                </a:lnTo>
                <a:cubicBezTo>
                  <a:pt x="5638800" y="1674845"/>
                  <a:pt x="5570570" y="1743075"/>
                  <a:pt x="5486403" y="1743075"/>
                </a:cubicBezTo>
                <a:lnTo>
                  <a:pt x="152397" y="1743075"/>
                </a:lnTo>
                <a:cubicBezTo>
                  <a:pt x="68230" y="1743075"/>
                  <a:pt x="0" y="1674845"/>
                  <a:pt x="0" y="1590678"/>
                </a:cubicBezTo>
                <a:lnTo>
                  <a:pt x="0" y="152397"/>
                </a:lnTo>
                <a:cubicBezTo>
                  <a:pt x="0" y="68230"/>
                  <a:pt x="68230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81738" y="12954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Neural Network Layers Visualization</a:t>
            </a:r>
            <a:endParaRPr lang="en-US" sz="1600" dirty="0"/>
          </a:p>
        </p:txBody>
      </p:sp>
      <p:pic>
        <p:nvPicPr>
          <p:cNvPr id="39" name="Image 0" descr="https://kimi-web-img.moonshot.cn/img/miro.medium.com/3c882cf15bf36f8a08376f5aab97d0496814377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38300"/>
            <a:ext cx="5334000" cy="1095375"/>
          </a:xfrm>
          <a:prstGeom prst="roundRect">
            <a:avLst>
              <a:gd name="adj" fmla="val 10435"/>
            </a:avLst>
          </a:prstGeom>
        </p:spPr>
      </p:pic>
      <p:sp>
        <p:nvSpPr>
          <p:cNvPr id="40" name="Shape 37"/>
          <p:cNvSpPr/>
          <p:nvPr/>
        </p:nvSpPr>
        <p:spPr>
          <a:xfrm>
            <a:off x="6172200" y="3033713"/>
            <a:ext cx="5638800" cy="1257300"/>
          </a:xfrm>
          <a:custGeom>
            <a:avLst/>
            <a:gdLst/>
            <a:ahLst/>
            <a:cxnLst/>
            <a:rect l="l" t="t" r="r" b="b"/>
            <a:pathLst>
              <a:path w="5638800" h="1257300">
                <a:moveTo>
                  <a:pt x="152397" y="0"/>
                </a:moveTo>
                <a:lnTo>
                  <a:pt x="5486403" y="0"/>
                </a:lnTo>
                <a:cubicBezTo>
                  <a:pt x="5570569" y="0"/>
                  <a:pt x="5638800" y="68231"/>
                  <a:pt x="5638800" y="152397"/>
                </a:cubicBezTo>
                <a:lnTo>
                  <a:pt x="5638800" y="1104903"/>
                </a:lnTo>
                <a:cubicBezTo>
                  <a:pt x="5638800" y="1189069"/>
                  <a:pt x="5570569" y="1257300"/>
                  <a:pt x="548640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4ECDC4">
                  <a:alpha val="70000"/>
                </a:srgbClr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348413" y="32242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562725" y="3186113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Mind-Blowing Fact: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324600" y="3567113"/>
            <a:ext cx="5410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GPT-3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(an advanced AI) has </a:t>
            </a:r>
            <a:r>
              <a:rPr lang="en-US" sz="1200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175 BILLION weights!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That's like having 175 billion importance scores it adjusts to understand language.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191250" y="4443413"/>
            <a:ext cx="5619750" cy="2095500"/>
          </a:xfrm>
          <a:custGeom>
            <a:avLst/>
            <a:gdLst/>
            <a:ahLst/>
            <a:cxnLst/>
            <a:rect l="l" t="t" r="r" b="b"/>
            <a:pathLst>
              <a:path w="5619750" h="2095500">
                <a:moveTo>
                  <a:pt x="38100" y="0"/>
                </a:moveTo>
                <a:lnTo>
                  <a:pt x="5467344" y="0"/>
                </a:lnTo>
                <a:cubicBezTo>
                  <a:pt x="5551459" y="0"/>
                  <a:pt x="5619750" y="68291"/>
                  <a:pt x="5619750" y="152406"/>
                </a:cubicBezTo>
                <a:lnTo>
                  <a:pt x="5619750" y="1943094"/>
                </a:lnTo>
                <a:cubicBezTo>
                  <a:pt x="5619750" y="2027209"/>
                  <a:pt x="5551459" y="2095500"/>
                  <a:pt x="5467344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191250" y="4443413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362700" y="4595813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Fun Comparison: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62700" y="4976813"/>
            <a:ext cx="5295900" cy="419100"/>
          </a:xfrm>
          <a:custGeom>
            <a:avLst/>
            <a:gdLst/>
            <a:ahLst/>
            <a:cxnLst/>
            <a:rect l="l" t="t" r="r" b="b"/>
            <a:pathLst>
              <a:path w="5295900" h="419100">
                <a:moveTo>
                  <a:pt x="76201" y="0"/>
                </a:moveTo>
                <a:lnTo>
                  <a:pt x="5219699" y="0"/>
                </a:lnTo>
                <a:cubicBezTo>
                  <a:pt x="5261784" y="0"/>
                  <a:pt x="5295900" y="34116"/>
                  <a:pt x="5295900" y="76201"/>
                </a:cubicBezTo>
                <a:lnTo>
                  <a:pt x="5295900" y="342899"/>
                </a:lnTo>
                <a:cubicBezTo>
                  <a:pt x="5295900" y="384984"/>
                  <a:pt x="5261784" y="419100"/>
                  <a:pt x="52196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457950" y="51101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686550" y="5072063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brain: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0259020" y="5053013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86 billion neurons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362700" y="5472113"/>
            <a:ext cx="5295900" cy="419100"/>
          </a:xfrm>
          <a:custGeom>
            <a:avLst/>
            <a:gdLst/>
            <a:ahLst/>
            <a:cxnLst/>
            <a:rect l="l" t="t" r="r" b="b"/>
            <a:pathLst>
              <a:path w="5295900" h="419100">
                <a:moveTo>
                  <a:pt x="76201" y="0"/>
                </a:moveTo>
                <a:lnTo>
                  <a:pt x="5219699" y="0"/>
                </a:lnTo>
                <a:cubicBezTo>
                  <a:pt x="5261784" y="0"/>
                  <a:pt x="5295900" y="34116"/>
                  <a:pt x="5295900" y="76201"/>
                </a:cubicBezTo>
                <a:lnTo>
                  <a:pt x="5295900" y="342899"/>
                </a:lnTo>
                <a:cubicBezTo>
                  <a:pt x="5295900" y="384984"/>
                  <a:pt x="5261784" y="419100"/>
                  <a:pt x="52196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6438900" y="560546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686550" y="5567363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GPT-3: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9980414" y="5548313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175 billion parameters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62700" y="5967413"/>
            <a:ext cx="5295900" cy="419100"/>
          </a:xfrm>
          <a:custGeom>
            <a:avLst/>
            <a:gdLst/>
            <a:ahLst/>
            <a:cxnLst/>
            <a:rect l="l" t="t" r="r" b="b"/>
            <a:pathLst>
              <a:path w="5295900" h="419100">
                <a:moveTo>
                  <a:pt x="76201" y="0"/>
                </a:moveTo>
                <a:lnTo>
                  <a:pt x="5219699" y="0"/>
                </a:lnTo>
                <a:cubicBezTo>
                  <a:pt x="5261784" y="0"/>
                  <a:pt x="5295900" y="34116"/>
                  <a:pt x="5295900" y="76201"/>
                </a:cubicBezTo>
                <a:lnTo>
                  <a:pt x="5295900" y="342899"/>
                </a:lnTo>
                <a:cubicBezTo>
                  <a:pt x="5295900" y="384984"/>
                  <a:pt x="5261784" y="419100"/>
                  <a:pt x="52196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6457950" y="61007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6686550" y="6062663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GPT-4: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10095458" y="6043613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 more! (secret!)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87523" y="196453"/>
                </a:moveTo>
                <a:cubicBezTo>
                  <a:pt x="241771" y="196453"/>
                  <a:pt x="285750" y="152474"/>
                  <a:pt x="285750" y="98227"/>
                </a:cubicBezTo>
                <a:cubicBezTo>
                  <a:pt x="285750" y="43979"/>
                  <a:pt x="241771" y="0"/>
                  <a:pt x="187523" y="0"/>
                </a:cubicBezTo>
                <a:cubicBezTo>
                  <a:pt x="133276" y="0"/>
                  <a:pt x="89297" y="43979"/>
                  <a:pt x="89297" y="98227"/>
                </a:cubicBezTo>
                <a:cubicBezTo>
                  <a:pt x="89297" y="108663"/>
                  <a:pt x="90915" y="118765"/>
                  <a:pt x="93929" y="128197"/>
                </a:cubicBezTo>
                <a:lnTo>
                  <a:pt x="3907" y="218219"/>
                </a:lnTo>
                <a:cubicBezTo>
                  <a:pt x="1395" y="220731"/>
                  <a:pt x="0" y="224135"/>
                  <a:pt x="0" y="227707"/>
                </a:cubicBezTo>
                <a:lnTo>
                  <a:pt x="0" y="272355"/>
                </a:lnTo>
                <a:cubicBezTo>
                  <a:pt x="0" y="279778"/>
                  <a:pt x="5972" y="285750"/>
                  <a:pt x="13395" y="285750"/>
                </a:cubicBezTo>
                <a:lnTo>
                  <a:pt x="58043" y="285750"/>
                </a:lnTo>
                <a:cubicBezTo>
                  <a:pt x="65466" y="285750"/>
                  <a:pt x="71438" y="279778"/>
                  <a:pt x="71438" y="272355"/>
                </a:cubicBezTo>
                <a:lnTo>
                  <a:pt x="71438" y="250031"/>
                </a:lnTo>
                <a:lnTo>
                  <a:pt x="93762" y="250031"/>
                </a:lnTo>
                <a:cubicBezTo>
                  <a:pt x="101185" y="250031"/>
                  <a:pt x="107156" y="244060"/>
                  <a:pt x="107156" y="236637"/>
                </a:cubicBezTo>
                <a:lnTo>
                  <a:pt x="107156" y="214313"/>
                </a:lnTo>
                <a:lnTo>
                  <a:pt x="129480" y="214313"/>
                </a:lnTo>
                <a:cubicBezTo>
                  <a:pt x="133052" y="214313"/>
                  <a:pt x="136457" y="212917"/>
                  <a:pt x="138968" y="210406"/>
                </a:cubicBezTo>
                <a:lnTo>
                  <a:pt x="157553" y="191821"/>
                </a:lnTo>
                <a:cubicBezTo>
                  <a:pt x="166985" y="194835"/>
                  <a:pt x="177087" y="196453"/>
                  <a:pt x="187523" y="196453"/>
                </a:cubicBezTo>
                <a:close/>
                <a:moveTo>
                  <a:pt x="209848" y="53578"/>
                </a:moveTo>
                <a:cubicBezTo>
                  <a:pt x="222169" y="53578"/>
                  <a:pt x="232172" y="63581"/>
                  <a:pt x="232172" y="75902"/>
                </a:cubicBezTo>
                <a:cubicBezTo>
                  <a:pt x="232172" y="88223"/>
                  <a:pt x="222169" y="98227"/>
                  <a:pt x="209848" y="98227"/>
                </a:cubicBezTo>
                <a:cubicBezTo>
                  <a:pt x="197527" y="98227"/>
                  <a:pt x="187523" y="88223"/>
                  <a:pt x="187523" y="75902"/>
                </a:cubicBezTo>
                <a:cubicBezTo>
                  <a:pt x="187523" y="63581"/>
                  <a:pt x="197527" y="53578"/>
                  <a:pt x="209848" y="535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7943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Key Takeaways - Remember These!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62050"/>
            <a:ext cx="3705225" cy="2990850"/>
          </a:xfrm>
          <a:custGeom>
            <a:avLst/>
            <a:gdLst/>
            <a:ahLst/>
            <a:cxnLst/>
            <a:rect l="l" t="t" r="r" b="b"/>
            <a:pathLst>
              <a:path w="3705225" h="29908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838436"/>
                </a:lnTo>
                <a:cubicBezTo>
                  <a:pt x="3705225" y="2922612"/>
                  <a:pt x="3636987" y="2990850"/>
                  <a:pt x="3552811" y="2990850"/>
                </a:cubicBezTo>
                <a:lnTo>
                  <a:pt x="152414" y="2990850"/>
                </a:lnTo>
                <a:cubicBezTo>
                  <a:pt x="68238" y="2990850"/>
                  <a:pt x="0" y="2922612"/>
                  <a:pt x="0" y="28384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1000" y="1162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30301" y="1333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58888" y="14954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6250" y="2057400"/>
            <a:ext cx="3514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8C4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🎯 Weights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0538" y="24765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Importance Scores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81940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266701"/>
                </a:lnTo>
                <a:cubicBezTo>
                  <a:pt x="3400425" y="308784"/>
                  <a:pt x="3366309" y="342900"/>
                  <a:pt x="3324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9600" y="28956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Tell AI what to pay attention to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323850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266701"/>
                </a:lnTo>
                <a:cubicBezTo>
                  <a:pt x="3400425" y="308784"/>
                  <a:pt x="3366309" y="342900"/>
                  <a:pt x="3324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9600" y="33147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Like deciding which pizza toppings matter most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65760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266701"/>
                </a:lnTo>
                <a:cubicBezTo>
                  <a:pt x="3400425" y="308784"/>
                  <a:pt x="3366309" y="342900"/>
                  <a:pt x="3324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600" y="37338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Can be adjusted and learned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1750" y="1162050"/>
            <a:ext cx="3705225" cy="2990850"/>
          </a:xfrm>
          <a:custGeom>
            <a:avLst/>
            <a:gdLst/>
            <a:ahLst/>
            <a:cxnLst/>
            <a:rect l="l" t="t" r="r" b="b"/>
            <a:pathLst>
              <a:path w="3705225" h="29908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838436"/>
                </a:lnTo>
                <a:cubicBezTo>
                  <a:pt x="3705225" y="2922612"/>
                  <a:pt x="3636987" y="2990850"/>
                  <a:pt x="3552811" y="2990850"/>
                </a:cubicBezTo>
                <a:lnTo>
                  <a:pt x="152414" y="2990850"/>
                </a:lnTo>
                <a:cubicBezTo>
                  <a:pt x="68238" y="2990850"/>
                  <a:pt x="0" y="2922612"/>
                  <a:pt x="0" y="28384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41750" y="1162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91051" y="1333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73217" y="14954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43154" y="-17859"/>
                </a:moveTo>
                <a:cubicBezTo>
                  <a:pt x="160404" y="-17859"/>
                  <a:pt x="174408" y="-3855"/>
                  <a:pt x="174408" y="13395"/>
                </a:cubicBezTo>
                <a:cubicBezTo>
                  <a:pt x="174408" y="30644"/>
                  <a:pt x="160404" y="44648"/>
                  <a:pt x="143154" y="44648"/>
                </a:cubicBezTo>
                <a:cubicBezTo>
                  <a:pt x="125905" y="44648"/>
                  <a:pt x="111900" y="30644"/>
                  <a:pt x="111900" y="13395"/>
                </a:cubicBezTo>
                <a:cubicBezTo>
                  <a:pt x="111900" y="-3855"/>
                  <a:pt x="125905" y="-17859"/>
                  <a:pt x="143154" y="-17859"/>
                </a:cubicBezTo>
                <a:close/>
                <a:moveTo>
                  <a:pt x="68982" y="98227"/>
                </a:moveTo>
                <a:cubicBezTo>
                  <a:pt x="67140" y="98227"/>
                  <a:pt x="65522" y="99343"/>
                  <a:pt x="64852" y="101017"/>
                </a:cubicBezTo>
                <a:lnTo>
                  <a:pt x="52574" y="131657"/>
                </a:lnTo>
                <a:cubicBezTo>
                  <a:pt x="48890" y="140810"/>
                  <a:pt x="38509" y="145275"/>
                  <a:pt x="29356" y="141591"/>
                </a:cubicBezTo>
                <a:cubicBezTo>
                  <a:pt x="20203" y="137908"/>
                  <a:pt x="15739" y="127527"/>
                  <a:pt x="19422" y="118374"/>
                </a:cubicBezTo>
                <a:lnTo>
                  <a:pt x="31645" y="87734"/>
                </a:lnTo>
                <a:cubicBezTo>
                  <a:pt x="37784" y="72498"/>
                  <a:pt x="52518" y="62508"/>
                  <a:pt x="68982" y="62508"/>
                </a:cubicBezTo>
                <a:lnTo>
                  <a:pt x="123285" y="62508"/>
                </a:lnTo>
                <a:cubicBezTo>
                  <a:pt x="139192" y="62508"/>
                  <a:pt x="153870" y="70935"/>
                  <a:pt x="161851" y="84665"/>
                </a:cubicBezTo>
                <a:lnTo>
                  <a:pt x="180156" y="116086"/>
                </a:lnTo>
                <a:lnTo>
                  <a:pt x="214536" y="116086"/>
                </a:lnTo>
                <a:cubicBezTo>
                  <a:pt x="224414" y="116086"/>
                  <a:pt x="232395" y="124067"/>
                  <a:pt x="232395" y="133945"/>
                </a:cubicBezTo>
                <a:cubicBezTo>
                  <a:pt x="232395" y="143824"/>
                  <a:pt x="224414" y="151805"/>
                  <a:pt x="214536" y="151805"/>
                </a:cubicBezTo>
                <a:lnTo>
                  <a:pt x="180156" y="151805"/>
                </a:lnTo>
                <a:cubicBezTo>
                  <a:pt x="167432" y="151805"/>
                  <a:pt x="155711" y="145052"/>
                  <a:pt x="149293" y="134057"/>
                </a:cubicBezTo>
                <a:lnTo>
                  <a:pt x="143712" y="124513"/>
                </a:lnTo>
                <a:lnTo>
                  <a:pt x="132159" y="163804"/>
                </a:lnTo>
                <a:lnTo>
                  <a:pt x="174241" y="176417"/>
                </a:lnTo>
                <a:cubicBezTo>
                  <a:pt x="189700" y="181049"/>
                  <a:pt x="197569" y="198183"/>
                  <a:pt x="191040" y="212973"/>
                </a:cubicBezTo>
                <a:lnTo>
                  <a:pt x="159451" y="284076"/>
                </a:lnTo>
                <a:cubicBezTo>
                  <a:pt x="155432" y="293117"/>
                  <a:pt x="144884" y="297135"/>
                  <a:pt x="135899" y="293117"/>
                </a:cubicBezTo>
                <a:cubicBezTo>
                  <a:pt x="126913" y="289099"/>
                  <a:pt x="122839" y="278550"/>
                  <a:pt x="126857" y="269565"/>
                </a:cubicBezTo>
                <a:lnTo>
                  <a:pt x="154316" y="207727"/>
                </a:lnTo>
                <a:lnTo>
                  <a:pt x="100794" y="191653"/>
                </a:lnTo>
                <a:cubicBezTo>
                  <a:pt x="82544" y="186184"/>
                  <a:pt x="71772" y="167264"/>
                  <a:pt x="76405" y="148791"/>
                </a:cubicBezTo>
                <a:lnTo>
                  <a:pt x="89074" y="98227"/>
                </a:lnTo>
                <a:lnTo>
                  <a:pt x="69038" y="98227"/>
                </a:lnTo>
                <a:close/>
                <a:moveTo>
                  <a:pt x="64517" y="199244"/>
                </a:moveTo>
                <a:cubicBezTo>
                  <a:pt x="71940" y="207559"/>
                  <a:pt x="81651" y="213922"/>
                  <a:pt x="93092" y="217326"/>
                </a:cubicBezTo>
                <a:lnTo>
                  <a:pt x="95715" y="218108"/>
                </a:lnTo>
                <a:lnTo>
                  <a:pt x="91864" y="228879"/>
                </a:lnTo>
                <a:cubicBezTo>
                  <a:pt x="88627" y="237976"/>
                  <a:pt x="82934" y="246069"/>
                  <a:pt x="75512" y="252208"/>
                </a:cubicBezTo>
                <a:lnTo>
                  <a:pt x="29524" y="290103"/>
                </a:lnTo>
                <a:cubicBezTo>
                  <a:pt x="21934" y="296354"/>
                  <a:pt x="10660" y="295294"/>
                  <a:pt x="4409" y="287703"/>
                </a:cubicBezTo>
                <a:cubicBezTo>
                  <a:pt x="-1842" y="280113"/>
                  <a:pt x="-781" y="268839"/>
                  <a:pt x="6809" y="262589"/>
                </a:cubicBezTo>
                <a:lnTo>
                  <a:pt x="52797" y="224693"/>
                </a:lnTo>
                <a:cubicBezTo>
                  <a:pt x="55308" y="222628"/>
                  <a:pt x="57150" y="219949"/>
                  <a:pt x="58266" y="216936"/>
                </a:cubicBezTo>
                <a:lnTo>
                  <a:pt x="64517" y="19924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37000" y="2057400"/>
            <a:ext cx="3514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D9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⚡ Bias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51288" y="24765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Starting Point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94150" y="281940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266701"/>
                </a:lnTo>
                <a:cubicBezTo>
                  <a:pt x="3400425" y="308784"/>
                  <a:pt x="3366309" y="342900"/>
                  <a:pt x="3324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70350" y="28956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Gives AI a "head start" or "default opinion"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94150" y="323850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266701"/>
                </a:lnTo>
                <a:cubicBezTo>
                  <a:pt x="3400425" y="308784"/>
                  <a:pt x="3366309" y="342900"/>
                  <a:pt x="3324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70350" y="33147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Like being hungry before seeing food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94150" y="365760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266701"/>
                </a:lnTo>
                <a:cubicBezTo>
                  <a:pt x="3400425" y="308784"/>
                  <a:pt x="3366309" y="342900"/>
                  <a:pt x="3324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70350" y="37338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Helps AI make decisions even with zero inputs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2501" y="1162050"/>
            <a:ext cx="3705225" cy="2990850"/>
          </a:xfrm>
          <a:custGeom>
            <a:avLst/>
            <a:gdLst/>
            <a:ahLst/>
            <a:cxnLst/>
            <a:rect l="l" t="t" r="r" b="b"/>
            <a:pathLst>
              <a:path w="3705225" h="29908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838436"/>
                </a:lnTo>
                <a:cubicBezTo>
                  <a:pt x="3705225" y="2922612"/>
                  <a:pt x="3636987" y="2990850"/>
                  <a:pt x="3552811" y="2990850"/>
                </a:cubicBezTo>
                <a:lnTo>
                  <a:pt x="152414" y="2990850"/>
                </a:lnTo>
                <a:cubicBezTo>
                  <a:pt x="68238" y="2990850"/>
                  <a:pt x="0" y="2922612"/>
                  <a:pt x="0" y="28384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02501" y="11620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651950" y="1333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798397" y="14954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07156" y="35719"/>
                </a:moveTo>
                <a:cubicBezTo>
                  <a:pt x="47997" y="35719"/>
                  <a:pt x="0" y="83716"/>
                  <a:pt x="0" y="142875"/>
                </a:cubicBezTo>
                <a:cubicBezTo>
                  <a:pt x="0" y="202034"/>
                  <a:pt x="47997" y="250031"/>
                  <a:pt x="107156" y="250031"/>
                </a:cubicBezTo>
                <a:lnTo>
                  <a:pt x="214313" y="250031"/>
                </a:lnTo>
                <a:cubicBezTo>
                  <a:pt x="273472" y="250031"/>
                  <a:pt x="321469" y="202034"/>
                  <a:pt x="321469" y="142875"/>
                </a:cubicBezTo>
                <a:cubicBezTo>
                  <a:pt x="321469" y="83716"/>
                  <a:pt x="273472" y="35719"/>
                  <a:pt x="214313" y="35719"/>
                </a:cubicBezTo>
                <a:lnTo>
                  <a:pt x="107156" y="35719"/>
                </a:lnTo>
                <a:close/>
                <a:moveTo>
                  <a:pt x="214313" y="89297"/>
                </a:moveTo>
                <a:cubicBezTo>
                  <a:pt x="243883" y="89297"/>
                  <a:pt x="267891" y="113304"/>
                  <a:pt x="267891" y="142875"/>
                </a:cubicBezTo>
                <a:cubicBezTo>
                  <a:pt x="267891" y="172446"/>
                  <a:pt x="243883" y="196453"/>
                  <a:pt x="214313" y="196453"/>
                </a:cubicBezTo>
                <a:cubicBezTo>
                  <a:pt x="184742" y="196453"/>
                  <a:pt x="160734" y="172446"/>
                  <a:pt x="160734" y="142875"/>
                </a:cubicBezTo>
                <a:cubicBezTo>
                  <a:pt x="160734" y="113304"/>
                  <a:pt x="184742" y="89297"/>
                  <a:pt x="214313" y="892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97751" y="2057400"/>
            <a:ext cx="3514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🚦 Activation Functions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12038" y="24765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Decision Makers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54901" y="281940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266701"/>
                </a:lnTo>
                <a:cubicBezTo>
                  <a:pt x="3400425" y="308784"/>
                  <a:pt x="3366309" y="342900"/>
                  <a:pt x="3324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31101" y="28956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Turns calculations into final answers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54901" y="323850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266701"/>
                </a:lnTo>
                <a:cubicBezTo>
                  <a:pt x="3400425" y="308784"/>
                  <a:pt x="3366309" y="342900"/>
                  <a:pt x="3324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31101" y="33147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Like deciding: "Yes!" or "Maybe" or "Nope!"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54901" y="365760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266701"/>
                </a:lnTo>
                <a:cubicBezTo>
                  <a:pt x="3400425" y="308784"/>
                  <a:pt x="3366309" y="342900"/>
                  <a:pt x="3324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31101" y="37338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Different types for different jobs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4305300"/>
            <a:ext cx="11430000" cy="1295400"/>
          </a:xfrm>
          <a:custGeom>
            <a:avLst/>
            <a:gdLst/>
            <a:ahLst/>
            <a:cxnLst/>
            <a:rect l="l" t="t" r="r" b="b"/>
            <a:pathLst>
              <a:path w="11430000" h="1295400">
                <a:moveTo>
                  <a:pt x="152404" y="0"/>
                </a:moveTo>
                <a:lnTo>
                  <a:pt x="11277596" y="0"/>
                </a:lnTo>
                <a:cubicBezTo>
                  <a:pt x="11361766" y="0"/>
                  <a:pt x="11430000" y="68234"/>
                  <a:pt x="11430000" y="152404"/>
                </a:cubicBezTo>
                <a:lnTo>
                  <a:pt x="11430000" y="1142996"/>
                </a:lnTo>
                <a:cubicBezTo>
                  <a:pt x="11430000" y="1227166"/>
                  <a:pt x="11361766" y="1295400"/>
                  <a:pt x="11277596" y="1295400"/>
                </a:cubicBezTo>
                <a:lnTo>
                  <a:pt x="152404" y="1295400"/>
                </a:lnTo>
                <a:cubicBezTo>
                  <a:pt x="68234" y="1295400"/>
                  <a:pt x="0" y="1227166"/>
                  <a:pt x="0" y="1142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8C42"/>
              </a:gs>
              <a:gs pos="50000">
                <a:srgbClr val="FFD93D"/>
              </a:gs>
              <a:gs pos="100000">
                <a:srgbClr val="4ECDC4"/>
              </a:gs>
            </a:gsLst>
            <a:lin ang="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6250" y="4457700"/>
            <a:ext cx="1123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🧠 Together They Create Intelligence!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157561" y="4876800"/>
            <a:ext cx="2085975" cy="571500"/>
          </a:xfrm>
          <a:custGeom>
            <a:avLst/>
            <a:gdLst/>
            <a:ahLst/>
            <a:cxnLst/>
            <a:rect l="l" t="t" r="r" b="b"/>
            <a:pathLst>
              <a:path w="2085975" h="571500">
                <a:moveTo>
                  <a:pt x="114300" y="0"/>
                </a:moveTo>
                <a:lnTo>
                  <a:pt x="1971675" y="0"/>
                </a:lnTo>
                <a:cubicBezTo>
                  <a:pt x="2034759" y="0"/>
                  <a:pt x="2085975" y="51216"/>
                  <a:pt x="2085975" y="114300"/>
                </a:cubicBezTo>
                <a:lnTo>
                  <a:pt x="2085975" y="457200"/>
                </a:lnTo>
                <a:cubicBezTo>
                  <a:pt x="2085975" y="520284"/>
                  <a:pt x="2034759" y="571500"/>
                  <a:pt x="1971675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271861" y="49530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Weights + Bias + Activation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276624" y="5181600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One neuron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84477" y="5048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55952" y="4876800"/>
            <a:ext cx="1762125" cy="571500"/>
          </a:xfrm>
          <a:custGeom>
            <a:avLst/>
            <a:gdLst/>
            <a:ahLst/>
            <a:cxnLst/>
            <a:rect l="l" t="t" r="r" b="b"/>
            <a:pathLst>
              <a:path w="1762125" h="571500">
                <a:moveTo>
                  <a:pt x="114300" y="0"/>
                </a:moveTo>
                <a:lnTo>
                  <a:pt x="1647825" y="0"/>
                </a:lnTo>
                <a:cubicBezTo>
                  <a:pt x="1710909" y="0"/>
                  <a:pt x="1762125" y="51216"/>
                  <a:pt x="1762125" y="114300"/>
                </a:cubicBezTo>
                <a:lnTo>
                  <a:pt x="1762125" y="457200"/>
                </a:lnTo>
                <a:cubicBezTo>
                  <a:pt x="1762125" y="520284"/>
                  <a:pt x="1710909" y="571500"/>
                  <a:pt x="1647825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70252" y="49530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Thousands of neurons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875014" y="518160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One layer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657826" y="5048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029301" y="4876800"/>
            <a:ext cx="1238250" cy="571500"/>
          </a:xfrm>
          <a:custGeom>
            <a:avLst/>
            <a:gdLst/>
            <a:ahLst/>
            <a:cxnLst/>
            <a:rect l="l" t="t" r="r" b="b"/>
            <a:pathLst>
              <a:path w="1238250" h="571500">
                <a:moveTo>
                  <a:pt x="114300" y="0"/>
                </a:moveTo>
                <a:lnTo>
                  <a:pt x="1123950" y="0"/>
                </a:lnTo>
                <a:cubicBezTo>
                  <a:pt x="1187034" y="0"/>
                  <a:pt x="1238250" y="51216"/>
                  <a:pt x="1238250" y="114300"/>
                </a:cubicBezTo>
                <a:lnTo>
                  <a:pt x="1238250" y="457200"/>
                </a:lnTo>
                <a:cubicBezTo>
                  <a:pt x="1238250" y="520284"/>
                  <a:pt x="1187034" y="571500"/>
                  <a:pt x="112395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43601" y="49530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layers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48364" y="518160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Deep Learning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07152" y="5048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778627" y="4876800"/>
            <a:ext cx="1257300" cy="571500"/>
          </a:xfrm>
          <a:custGeom>
            <a:avLst/>
            <a:gdLst/>
            <a:ahLst/>
            <a:cxnLst/>
            <a:rect l="l" t="t" r="r" b="b"/>
            <a:pathLst>
              <a:path w="1257300" h="571500">
                <a:moveTo>
                  <a:pt x="114300" y="0"/>
                </a:moveTo>
                <a:lnTo>
                  <a:pt x="1143000" y="0"/>
                </a:lnTo>
                <a:cubicBezTo>
                  <a:pt x="1206084" y="0"/>
                  <a:pt x="1257300" y="51216"/>
                  <a:pt x="1257300" y="114300"/>
                </a:cubicBezTo>
                <a:lnTo>
                  <a:pt x="1257300" y="457200"/>
                </a:lnTo>
                <a:cubicBezTo>
                  <a:pt x="1257300" y="520284"/>
                  <a:pt x="1206084" y="571500"/>
                  <a:pt x="11430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892927" y="49530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897689" y="518160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Modern AI!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6189e9773a72871d1f91efe6b78ce58375002058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>
                  <a:alpha val="90000"/>
                </a:srgbClr>
              </a:gs>
              <a:gs pos="50000">
                <a:srgbClr val="FF8C42">
                  <a:alpha val="80000"/>
                </a:srgbClr>
              </a:gs>
              <a:gs pos="100000">
                <a:srgbClr val="FFD93D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38125" y="459581"/>
            <a:ext cx="11715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The Future - Where Is This Going?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1000" y="1326356"/>
            <a:ext cx="5638800" cy="1714500"/>
          </a:xfrm>
          <a:custGeom>
            <a:avLst/>
            <a:gdLst/>
            <a:ahLst/>
            <a:cxnLst/>
            <a:rect l="l" t="t" r="r" b="b"/>
            <a:pathLst>
              <a:path w="5638800" h="1714500">
                <a:moveTo>
                  <a:pt x="152402" y="0"/>
                </a:moveTo>
                <a:lnTo>
                  <a:pt x="5486398" y="0"/>
                </a:lnTo>
                <a:cubicBezTo>
                  <a:pt x="5570567" y="0"/>
                  <a:pt x="5638800" y="68233"/>
                  <a:pt x="5638800" y="152402"/>
                </a:cubicBezTo>
                <a:lnTo>
                  <a:pt x="5638800" y="1562098"/>
                </a:lnTo>
                <a:cubicBezTo>
                  <a:pt x="5638800" y="1646267"/>
                  <a:pt x="5570567" y="1714500"/>
                  <a:pt x="5486398" y="1714500"/>
                </a:cubicBezTo>
                <a:lnTo>
                  <a:pt x="152402" y="1714500"/>
                </a:lnTo>
                <a:cubicBezTo>
                  <a:pt x="68233" y="1714500"/>
                  <a:pt x="0" y="1646267"/>
                  <a:pt x="0" y="1562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57213" y="15168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1525" y="1478756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 the Next 5 Years: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3400" y="1859756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 tutors that adapt to YOUR learning style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3400" y="2126456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Video games with characters that truly understand you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3400" y="2393156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 that helps design better, cleaner energy sources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3400" y="2659856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Medical AI that predicts health problems earlier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2200" y="1326356"/>
            <a:ext cx="5638800" cy="1714500"/>
          </a:xfrm>
          <a:custGeom>
            <a:avLst/>
            <a:gdLst/>
            <a:ahLst/>
            <a:cxnLst/>
            <a:rect l="l" t="t" r="r" b="b"/>
            <a:pathLst>
              <a:path w="5638800" h="1714500">
                <a:moveTo>
                  <a:pt x="152402" y="0"/>
                </a:moveTo>
                <a:lnTo>
                  <a:pt x="5486398" y="0"/>
                </a:lnTo>
                <a:cubicBezTo>
                  <a:pt x="5570567" y="0"/>
                  <a:pt x="5638800" y="68233"/>
                  <a:pt x="5638800" y="152402"/>
                </a:cubicBezTo>
                <a:lnTo>
                  <a:pt x="5638800" y="1562098"/>
                </a:lnTo>
                <a:cubicBezTo>
                  <a:pt x="5638800" y="1646267"/>
                  <a:pt x="5570567" y="1714500"/>
                  <a:pt x="5486398" y="1714500"/>
                </a:cubicBezTo>
                <a:lnTo>
                  <a:pt x="152402" y="1714500"/>
                </a:lnTo>
                <a:cubicBezTo>
                  <a:pt x="68233" y="1714500"/>
                  <a:pt x="0" y="1646267"/>
                  <a:pt x="0" y="1562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60319" y="151685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9781" y="-4837"/>
                </a:moveTo>
                <a:cubicBezTo>
                  <a:pt x="85539" y="-5693"/>
                  <a:pt x="81186" y="-5693"/>
                  <a:pt x="76944" y="-4837"/>
                </a:cubicBezTo>
                <a:lnTo>
                  <a:pt x="7181" y="9116"/>
                </a:lnTo>
                <a:cubicBezTo>
                  <a:pt x="3014" y="9934"/>
                  <a:pt x="0" y="13618"/>
                  <a:pt x="0" y="17859"/>
                </a:cubicBezTo>
                <a:cubicBezTo>
                  <a:pt x="0" y="21692"/>
                  <a:pt x="2418" y="25040"/>
                  <a:pt x="5953" y="26268"/>
                </a:cubicBezTo>
                <a:lnTo>
                  <a:pt x="5953" y="53578"/>
                </a:lnTo>
                <a:lnTo>
                  <a:pt x="112" y="82823"/>
                </a:lnTo>
                <a:cubicBezTo>
                  <a:pt x="37" y="83158"/>
                  <a:pt x="0" y="83530"/>
                  <a:pt x="0" y="83902"/>
                </a:cubicBezTo>
                <a:cubicBezTo>
                  <a:pt x="0" y="86878"/>
                  <a:pt x="2418" y="89334"/>
                  <a:pt x="5432" y="89334"/>
                </a:cubicBezTo>
                <a:lnTo>
                  <a:pt x="18417" y="89334"/>
                </a:lnTo>
                <a:cubicBezTo>
                  <a:pt x="21394" y="89334"/>
                  <a:pt x="23850" y="86916"/>
                  <a:pt x="23850" y="83902"/>
                </a:cubicBezTo>
                <a:cubicBezTo>
                  <a:pt x="23850" y="83530"/>
                  <a:pt x="23812" y="83195"/>
                  <a:pt x="23738" y="82823"/>
                </a:cubicBezTo>
                <a:lnTo>
                  <a:pt x="17859" y="53578"/>
                </a:lnTo>
                <a:lnTo>
                  <a:pt x="17859" y="28761"/>
                </a:lnTo>
                <a:lnTo>
                  <a:pt x="35719" y="32333"/>
                </a:lnTo>
                <a:lnTo>
                  <a:pt x="35719" y="53578"/>
                </a:lnTo>
                <a:cubicBezTo>
                  <a:pt x="35719" y="79883"/>
                  <a:pt x="57038" y="101203"/>
                  <a:pt x="83344" y="101203"/>
                </a:cubicBezTo>
                <a:cubicBezTo>
                  <a:pt x="109649" y="101203"/>
                  <a:pt x="130969" y="79883"/>
                  <a:pt x="130969" y="53578"/>
                </a:cubicBezTo>
                <a:lnTo>
                  <a:pt x="130969" y="32333"/>
                </a:lnTo>
                <a:lnTo>
                  <a:pt x="159507" y="26640"/>
                </a:lnTo>
                <a:cubicBezTo>
                  <a:pt x="163674" y="25784"/>
                  <a:pt x="166688" y="22101"/>
                  <a:pt x="166688" y="17859"/>
                </a:cubicBezTo>
                <a:cubicBezTo>
                  <a:pt x="166688" y="13618"/>
                  <a:pt x="163674" y="9934"/>
                  <a:pt x="159507" y="9116"/>
                </a:cubicBezTo>
                <a:lnTo>
                  <a:pt x="89781" y="-4837"/>
                </a:lnTo>
                <a:close/>
                <a:moveTo>
                  <a:pt x="83344" y="83344"/>
                </a:moveTo>
                <a:cubicBezTo>
                  <a:pt x="66898" y="83344"/>
                  <a:pt x="53578" y="70024"/>
                  <a:pt x="53578" y="53578"/>
                </a:cubicBezTo>
                <a:lnTo>
                  <a:pt x="113109" y="53578"/>
                </a:lnTo>
                <a:cubicBezTo>
                  <a:pt x="113109" y="70024"/>
                  <a:pt x="99789" y="83344"/>
                  <a:pt x="83344" y="83344"/>
                </a:cubicBezTo>
                <a:close/>
                <a:moveTo>
                  <a:pt x="44686" y="119100"/>
                </a:moveTo>
                <a:cubicBezTo>
                  <a:pt x="21841" y="129592"/>
                  <a:pt x="5953" y="152660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74414" y="190500"/>
                </a:lnTo>
                <a:lnTo>
                  <a:pt x="74414" y="136178"/>
                </a:lnTo>
                <a:lnTo>
                  <a:pt x="53057" y="120179"/>
                </a:lnTo>
                <a:cubicBezTo>
                  <a:pt x="50639" y="118356"/>
                  <a:pt x="47402" y="117872"/>
                  <a:pt x="44648" y="119137"/>
                </a:cubicBezTo>
                <a:close/>
                <a:moveTo>
                  <a:pt x="92273" y="190500"/>
                </a:move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2660"/>
                  <a:pt x="144847" y="129592"/>
                  <a:pt x="122002" y="119137"/>
                </a:cubicBezTo>
                <a:cubicBezTo>
                  <a:pt x="119249" y="117872"/>
                  <a:pt x="116012" y="118356"/>
                  <a:pt x="113593" y="120179"/>
                </a:cubicBezTo>
                <a:lnTo>
                  <a:pt x="92236" y="136178"/>
                </a:lnTo>
                <a:lnTo>
                  <a:pt x="92236" y="190500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62725" y="1478756"/>
            <a:ext cx="519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When YOU Grow Up: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24600" y="1859756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 might help solve climate change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24600" y="2126456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Create new medicines faster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24600" y="2393156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Explore space more safely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24600" y="2659856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Make learning easier for everyone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1000" y="3193256"/>
            <a:ext cx="11430000" cy="1447800"/>
          </a:xfrm>
          <a:custGeom>
            <a:avLst/>
            <a:gdLst/>
            <a:ahLst/>
            <a:cxnLst/>
            <a:rect l="l" t="t" r="r" b="b"/>
            <a:pathLst>
              <a:path w="11430000" h="1447800">
                <a:moveTo>
                  <a:pt x="152395" y="0"/>
                </a:moveTo>
                <a:lnTo>
                  <a:pt x="11277605" y="0"/>
                </a:lnTo>
                <a:cubicBezTo>
                  <a:pt x="11361714" y="0"/>
                  <a:pt x="11430000" y="68286"/>
                  <a:pt x="11430000" y="152395"/>
                </a:cubicBezTo>
                <a:lnTo>
                  <a:pt x="11430000" y="1295405"/>
                </a:lnTo>
                <a:cubicBezTo>
                  <a:pt x="11430000" y="1379514"/>
                  <a:pt x="11361714" y="1447800"/>
                  <a:pt x="112776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5775" y="3345656"/>
            <a:ext cx="1122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💼 Jobs You Could Have: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33400" y="3726656"/>
            <a:ext cx="2695575" cy="762000"/>
          </a:xfrm>
          <a:custGeom>
            <a:avLst/>
            <a:gdLst/>
            <a:ahLst/>
            <a:cxnLst/>
            <a:rect l="l" t="t" r="r" b="b"/>
            <a:pathLst>
              <a:path w="2695575" h="762000">
                <a:moveTo>
                  <a:pt x="114300" y="0"/>
                </a:moveTo>
                <a:lnTo>
                  <a:pt x="2581275" y="0"/>
                </a:lnTo>
                <a:cubicBezTo>
                  <a:pt x="2644359" y="0"/>
                  <a:pt x="2695575" y="51216"/>
                  <a:pt x="2695575" y="114300"/>
                </a:cubicBezTo>
                <a:lnTo>
                  <a:pt x="2695575" y="647700"/>
                </a:lnTo>
                <a:cubicBezTo>
                  <a:pt x="2695575" y="710784"/>
                  <a:pt x="2644359" y="762000"/>
                  <a:pt x="2581275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738313" y="380285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76263" y="4069556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Ethics Designer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1025" y="4260056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Making AI fair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343275" y="3726656"/>
            <a:ext cx="2695575" cy="762000"/>
          </a:xfrm>
          <a:custGeom>
            <a:avLst/>
            <a:gdLst/>
            <a:ahLst/>
            <a:cxnLst/>
            <a:rect l="l" t="t" r="r" b="b"/>
            <a:pathLst>
              <a:path w="2695575" h="762000">
                <a:moveTo>
                  <a:pt x="114300" y="0"/>
                </a:moveTo>
                <a:lnTo>
                  <a:pt x="2581275" y="0"/>
                </a:lnTo>
                <a:cubicBezTo>
                  <a:pt x="2644359" y="0"/>
                  <a:pt x="2695575" y="51216"/>
                  <a:pt x="2695575" y="114300"/>
                </a:cubicBezTo>
                <a:lnTo>
                  <a:pt x="2695575" y="647700"/>
                </a:lnTo>
                <a:cubicBezTo>
                  <a:pt x="2695575" y="710784"/>
                  <a:pt x="2644359" y="762000"/>
                  <a:pt x="2581275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576763" y="38028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386138" y="4069556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 Architect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90900" y="4260056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Designing AI brains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53150" y="3726656"/>
            <a:ext cx="2695575" cy="762000"/>
          </a:xfrm>
          <a:custGeom>
            <a:avLst/>
            <a:gdLst/>
            <a:ahLst/>
            <a:cxnLst/>
            <a:rect l="l" t="t" r="r" b="b"/>
            <a:pathLst>
              <a:path w="2695575" h="762000">
                <a:moveTo>
                  <a:pt x="114300" y="0"/>
                </a:moveTo>
                <a:lnTo>
                  <a:pt x="2581275" y="0"/>
                </a:lnTo>
                <a:cubicBezTo>
                  <a:pt x="2644359" y="0"/>
                  <a:pt x="2695575" y="51216"/>
                  <a:pt x="2695575" y="114300"/>
                </a:cubicBezTo>
                <a:lnTo>
                  <a:pt x="2695575" y="647700"/>
                </a:lnTo>
                <a:cubicBezTo>
                  <a:pt x="2695575" y="710784"/>
                  <a:pt x="2644359" y="762000"/>
                  <a:pt x="2581275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358063" y="380285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57150" y="42863"/>
                </a:moveTo>
                <a:cubicBezTo>
                  <a:pt x="57150" y="27102"/>
                  <a:pt x="69964" y="14288"/>
                  <a:pt x="85725" y="14288"/>
                </a:cubicBezTo>
                <a:lnTo>
                  <a:pt x="242888" y="14288"/>
                </a:lnTo>
                <a:cubicBezTo>
                  <a:pt x="258648" y="14288"/>
                  <a:pt x="271463" y="27102"/>
                  <a:pt x="271463" y="42863"/>
                </a:cubicBezTo>
                <a:lnTo>
                  <a:pt x="271463" y="150019"/>
                </a:lnTo>
                <a:lnTo>
                  <a:pt x="228600" y="150019"/>
                </a:lnTo>
                <a:lnTo>
                  <a:pt x="228600" y="142875"/>
                </a:lnTo>
                <a:cubicBezTo>
                  <a:pt x="228600" y="134972"/>
                  <a:pt x="222215" y="128588"/>
                  <a:pt x="214313" y="128588"/>
                </a:cubicBezTo>
                <a:lnTo>
                  <a:pt x="185738" y="128588"/>
                </a:lnTo>
                <a:cubicBezTo>
                  <a:pt x="177835" y="128588"/>
                  <a:pt x="171450" y="134972"/>
                  <a:pt x="171450" y="142875"/>
                </a:cubicBezTo>
                <a:lnTo>
                  <a:pt x="171450" y="150019"/>
                </a:lnTo>
                <a:lnTo>
                  <a:pt x="113809" y="150019"/>
                </a:lnTo>
                <a:cubicBezTo>
                  <a:pt x="118676" y="141625"/>
                  <a:pt x="121444" y="131847"/>
                  <a:pt x="121444" y="121444"/>
                </a:cubicBezTo>
                <a:cubicBezTo>
                  <a:pt x="121444" y="89877"/>
                  <a:pt x="95860" y="64294"/>
                  <a:pt x="64294" y="64294"/>
                </a:cubicBezTo>
                <a:cubicBezTo>
                  <a:pt x="61883" y="64294"/>
                  <a:pt x="59472" y="64428"/>
                  <a:pt x="57150" y="64740"/>
                </a:cubicBezTo>
                <a:lnTo>
                  <a:pt x="57150" y="42863"/>
                </a:lnTo>
                <a:close/>
                <a:moveTo>
                  <a:pt x="148679" y="200025"/>
                </a:moveTo>
                <a:cubicBezTo>
                  <a:pt x="146402" y="189220"/>
                  <a:pt x="141402" y="179442"/>
                  <a:pt x="134347" y="171450"/>
                </a:cubicBezTo>
                <a:lnTo>
                  <a:pt x="271463" y="171450"/>
                </a:lnTo>
                <a:cubicBezTo>
                  <a:pt x="271463" y="187211"/>
                  <a:pt x="258648" y="200025"/>
                  <a:pt x="242888" y="200025"/>
                </a:cubicBezTo>
                <a:lnTo>
                  <a:pt x="148679" y="200025"/>
                </a:lnTo>
                <a:close/>
                <a:moveTo>
                  <a:pt x="28575" y="121444"/>
                </a:moveTo>
                <a:cubicBezTo>
                  <a:pt x="28575" y="101730"/>
                  <a:pt x="44580" y="85725"/>
                  <a:pt x="64294" y="85725"/>
                </a:cubicBezTo>
                <a:cubicBezTo>
                  <a:pt x="84007" y="85725"/>
                  <a:pt x="100013" y="101730"/>
                  <a:pt x="100013" y="121444"/>
                </a:cubicBezTo>
                <a:cubicBezTo>
                  <a:pt x="100013" y="141157"/>
                  <a:pt x="84007" y="157163"/>
                  <a:pt x="64294" y="157163"/>
                </a:cubicBezTo>
                <a:cubicBezTo>
                  <a:pt x="44580" y="157163"/>
                  <a:pt x="28575" y="141157"/>
                  <a:pt x="28575" y="121444"/>
                </a:cubicBezTo>
                <a:close/>
                <a:moveTo>
                  <a:pt x="0" y="214313"/>
                </a:moveTo>
                <a:cubicBezTo>
                  <a:pt x="0" y="190649"/>
                  <a:pt x="19199" y="171450"/>
                  <a:pt x="42863" y="171450"/>
                </a:cubicBezTo>
                <a:lnTo>
                  <a:pt x="85725" y="171450"/>
                </a:lnTo>
                <a:cubicBezTo>
                  <a:pt x="109389" y="171450"/>
                  <a:pt x="128588" y="190649"/>
                  <a:pt x="128588" y="214313"/>
                </a:cubicBezTo>
                <a:cubicBezTo>
                  <a:pt x="128588" y="222215"/>
                  <a:pt x="122203" y="228600"/>
                  <a:pt x="114300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196013" y="4069556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Trainer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200775" y="4260056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Teaching AI new skills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963025" y="3726656"/>
            <a:ext cx="2695575" cy="762000"/>
          </a:xfrm>
          <a:custGeom>
            <a:avLst/>
            <a:gdLst/>
            <a:ahLst/>
            <a:cxnLst/>
            <a:rect l="l" t="t" r="r" b="b"/>
            <a:pathLst>
              <a:path w="2695575" h="762000">
                <a:moveTo>
                  <a:pt x="114300" y="0"/>
                </a:moveTo>
                <a:lnTo>
                  <a:pt x="2581275" y="0"/>
                </a:lnTo>
                <a:cubicBezTo>
                  <a:pt x="2644359" y="0"/>
                  <a:pt x="2695575" y="51216"/>
                  <a:pt x="2695575" y="114300"/>
                </a:cubicBezTo>
                <a:lnTo>
                  <a:pt x="2695575" y="647700"/>
                </a:lnTo>
                <a:cubicBezTo>
                  <a:pt x="2695575" y="710784"/>
                  <a:pt x="2644359" y="762000"/>
                  <a:pt x="2581275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167938" y="380285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005888" y="4069556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Robotics Engineer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010650" y="4260056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smart robots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81000" y="4793456"/>
            <a:ext cx="11430000" cy="885825"/>
          </a:xfrm>
          <a:custGeom>
            <a:avLst/>
            <a:gdLst/>
            <a:ahLst/>
            <a:cxnLst/>
            <a:rect l="l" t="t" r="r" b="b"/>
            <a:pathLst>
              <a:path w="11430000" h="885825">
                <a:moveTo>
                  <a:pt x="152397" y="0"/>
                </a:moveTo>
                <a:lnTo>
                  <a:pt x="11277603" y="0"/>
                </a:lnTo>
                <a:cubicBezTo>
                  <a:pt x="11361769" y="0"/>
                  <a:pt x="11430000" y="68231"/>
                  <a:pt x="11430000" y="152397"/>
                </a:cubicBezTo>
                <a:lnTo>
                  <a:pt x="11430000" y="733428"/>
                </a:lnTo>
                <a:cubicBezTo>
                  <a:pt x="11430000" y="817594"/>
                  <a:pt x="11361769" y="885825"/>
                  <a:pt x="11277603" y="885825"/>
                </a:cubicBezTo>
                <a:lnTo>
                  <a:pt x="152397" y="885825"/>
                </a:lnTo>
                <a:cubicBezTo>
                  <a:pt x="68231" y="885825"/>
                  <a:pt x="0" y="817594"/>
                  <a:pt x="0" y="733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675162" y="511968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022824" y="4945856"/>
            <a:ext cx="4143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best way to predict the future is to invent it."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032349" y="5293519"/>
            <a:ext cx="4124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Alan Kay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316813" y="511968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32159"/>
                </a:moveTo>
                <a:cubicBezTo>
                  <a:pt x="200025" y="161761"/>
                  <a:pt x="176049" y="185738"/>
                  <a:pt x="146447" y="185738"/>
                </a:cubicBezTo>
                <a:lnTo>
                  <a:pt x="142875" y="185738"/>
                </a:lnTo>
                <a:cubicBezTo>
                  <a:pt x="134972" y="185738"/>
                  <a:pt x="128588" y="179353"/>
                  <a:pt x="128588" y="171450"/>
                </a:cubicBezTo>
                <a:cubicBezTo>
                  <a:pt x="128588" y="163547"/>
                  <a:pt x="134972" y="157163"/>
                  <a:pt x="142875" y="157163"/>
                </a:cubicBezTo>
                <a:lnTo>
                  <a:pt x="146447" y="157163"/>
                </a:lnTo>
                <a:cubicBezTo>
                  <a:pt x="160243" y="157163"/>
                  <a:pt x="171450" y="145956"/>
                  <a:pt x="171450" y="132159"/>
                </a:cubicBezTo>
                <a:lnTo>
                  <a:pt x="171450" y="128588"/>
                </a:lnTo>
                <a:lnTo>
                  <a:pt x="142875" y="128588"/>
                </a:lnTo>
                <a:cubicBezTo>
                  <a:pt x="127114" y="128588"/>
                  <a:pt x="114300" y="115773"/>
                  <a:pt x="114300" y="100013"/>
                </a:cubicBezTo>
                <a:lnTo>
                  <a:pt x="114300" y="71438"/>
                </a:lnTo>
                <a:cubicBezTo>
                  <a:pt x="114300" y="55677"/>
                  <a:pt x="127114" y="42863"/>
                  <a:pt x="142875" y="42863"/>
                </a:cubicBezTo>
                <a:lnTo>
                  <a:pt x="171450" y="42863"/>
                </a:lnTo>
                <a:cubicBezTo>
                  <a:pt x="187211" y="42863"/>
                  <a:pt x="200025" y="55677"/>
                  <a:pt x="200025" y="71438"/>
                </a:cubicBezTo>
                <a:lnTo>
                  <a:pt x="200025" y="132159"/>
                </a:lnTo>
                <a:close/>
                <a:moveTo>
                  <a:pt x="85725" y="132159"/>
                </a:moveTo>
                <a:cubicBezTo>
                  <a:pt x="85725" y="161761"/>
                  <a:pt x="61749" y="185738"/>
                  <a:pt x="32147" y="185738"/>
                </a:cubicBezTo>
                <a:lnTo>
                  <a:pt x="28575" y="185738"/>
                </a:lnTo>
                <a:cubicBezTo>
                  <a:pt x="20672" y="185738"/>
                  <a:pt x="14288" y="179353"/>
                  <a:pt x="14288" y="171450"/>
                </a:cubicBezTo>
                <a:cubicBezTo>
                  <a:pt x="14288" y="163547"/>
                  <a:pt x="20672" y="157163"/>
                  <a:pt x="28575" y="157163"/>
                </a:cubicBezTo>
                <a:lnTo>
                  <a:pt x="32147" y="157163"/>
                </a:lnTo>
                <a:cubicBezTo>
                  <a:pt x="45943" y="157163"/>
                  <a:pt x="57150" y="145956"/>
                  <a:pt x="57150" y="132159"/>
                </a:cubicBezTo>
                <a:lnTo>
                  <a:pt x="57150" y="128588"/>
                </a:lnTo>
                <a:lnTo>
                  <a:pt x="28575" y="128588"/>
                </a:lnTo>
                <a:cubicBezTo>
                  <a:pt x="12814" y="128588"/>
                  <a:pt x="0" y="115773"/>
                  <a:pt x="0" y="100013"/>
                </a:cubicBezTo>
                <a:lnTo>
                  <a:pt x="0" y="71438"/>
                </a:lnTo>
                <a:cubicBezTo>
                  <a:pt x="0" y="55677"/>
                  <a:pt x="12814" y="42863"/>
                  <a:pt x="28575" y="42863"/>
                </a:cubicBezTo>
                <a:lnTo>
                  <a:pt x="57150" y="42863"/>
                </a:lnTo>
                <a:cubicBezTo>
                  <a:pt x="72911" y="42863"/>
                  <a:pt x="85725" y="55677"/>
                  <a:pt x="85725" y="71438"/>
                </a:cubicBezTo>
                <a:lnTo>
                  <a:pt x="85725" y="132159"/>
                </a:lnTo>
                <a:close/>
              </a:path>
            </a:pathLst>
          </a:cu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81000" y="5826919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152402" y="0"/>
                </a:moveTo>
                <a:lnTo>
                  <a:pt x="11277598" y="0"/>
                </a:lnTo>
                <a:cubicBezTo>
                  <a:pt x="11361767" y="0"/>
                  <a:pt x="11430000" y="68233"/>
                  <a:pt x="11430000" y="152402"/>
                </a:cubicBezTo>
                <a:lnTo>
                  <a:pt x="11430000" y="419098"/>
                </a:lnTo>
                <a:cubicBezTo>
                  <a:pt x="11430000" y="503267"/>
                  <a:pt x="11361767" y="571500"/>
                  <a:pt x="11277598" y="571500"/>
                </a:cubicBezTo>
                <a:lnTo>
                  <a:pt x="152402" y="571500"/>
                </a:lnTo>
                <a:cubicBezTo>
                  <a:pt x="68233" y="571500"/>
                  <a:pt x="0" y="503267"/>
                  <a:pt x="0" y="419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1650206" y="6017419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66763" y="5979319"/>
            <a:ext cx="1093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Best Part: YOU can be part of creating this future! Every great invention started with someone asking "What if...?"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2467</Words>
  <Application>Microsoft Office PowerPoint</Application>
  <PresentationFormat>Widescreen</PresentationFormat>
  <Paragraphs>398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ZCOOL KuaiLe</vt:lpstr>
      <vt:lpstr>MiSans</vt:lpstr>
      <vt:lpstr>Coda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Adventure: How AI Learns Like You Do!</dc:title>
  <dc:subject>Deep Learning Adventure: How AI Learns Like You Do!</dc:subject>
  <dc:creator>Kimi</dc:creator>
  <cp:lastModifiedBy>Christen Robinson</cp:lastModifiedBy>
  <cp:revision>2</cp:revision>
  <dcterms:created xsi:type="dcterms:W3CDTF">2026-01-30T04:17:51Z</dcterms:created>
  <dcterms:modified xsi:type="dcterms:W3CDTF">2026-01-30T04:53:47Z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{"Label":"Deep Learning Adventure: How AI Learns Like You Do!","ContentProducer":"001191110108MACG2KBH8F10000","ProduceID":"19c0d047-9342-8248-8000-000034fc861f","ReservedCode1":"","ContentPropagator":"001191110108MACG2KBH8F20000","PropagateID":"19c0d047-9342-8248-8000-000034fc861f","ReservedCode2":""}</vt:lpwstr>
  </property>
</Properties>
</file>